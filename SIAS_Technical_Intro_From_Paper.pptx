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B365D"/>
                </a:solidFill>
              </a:rPr>
              <a:t>SIAS 技术介绍</a:t>
            </a:r>
          </a:p>
          <a:p>
            <a:r>
              <a:rPr sz="2000">
                <a:solidFill>
                  <a:srgbClr val="1284C6"/>
                </a:solidFill>
              </a:rPr>
              <a:t>Streaming Importance-Aware Selection for Continual Agent Tool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4320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基于 paper 重构，面向技术人员讲清楚：问题定义、算法路径、实现映射、实验协议。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核心目标：让 agent 在持续到来的 tool-use 任务流中适应新分布，同时尽量不遗忘旧能力。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方法焦点：adaptive replay、streaming coreset、unified importance scoring。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230368"/>
            <a:ext cx="4206240" cy="530352"/>
          </a:xfrm>
          <a:prstGeom prst="round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Paper-Aligned Technical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为什么要研究 Continual Agent Tool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现有工具调用评测大多是 static/reset-after-each-task，和真实部署存在落差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4892040" cy="3337560"/>
          </a:xfrm>
          <a:prstGeom prst="roundRect">
            <a:avLst/>
          </a:prstGeom>
          <a:solidFill>
            <a:srgbClr val="EDF3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B365D"/>
                </a:solidFill>
              </a:rPr>
              <a:t>Static Evaluation</a:t>
            </a:r>
          </a:p>
          <a:p>
            <a:pPr algn="ctr">
              <a:defRPr sz="1800">
                <a:solidFill>
                  <a:srgbClr val="222831"/>
                </a:solidFill>
              </a:defRPr>
            </a:pPr>
            <a:r>
              <a:t>任务单次执行</a:t>
            </a:r>
          </a:p>
          <a:p>
            <a:pPr algn="ctr">
              <a:defRPr sz="1800">
                <a:solidFill>
                  <a:srgbClr val="222831"/>
                </a:solidFill>
              </a:defRPr>
            </a:pPr>
            <a:r>
              <a:t>环境重置</a:t>
            </a:r>
          </a:p>
          <a:p>
            <a:pPr algn="ctr">
              <a:defRPr sz="1800">
                <a:solidFill>
                  <a:srgbClr val="222831"/>
                </a:solidFill>
              </a:defRPr>
            </a:pPr>
            <a:r>
              <a:t>无持久记忆状态</a:t>
            </a:r>
          </a:p>
          <a:p>
            <a:pPr algn="ctr">
              <a:defRPr sz="1800">
                <a:solidFill>
                  <a:srgbClr val="222831"/>
                </a:solidFill>
              </a:defRPr>
            </a:pPr>
            <a:r>
              <a:t>无法观测长期遗忘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645920"/>
            <a:ext cx="4892040" cy="3337560"/>
          </a:xfrm>
          <a:prstGeom prst="roundRect">
            <a:avLst/>
          </a:prstGeom>
          <a:solidFill>
            <a:srgbClr val="ECF8FB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B365D"/>
                </a:solidFill>
              </a:rPr>
              <a:t>Deployment Reality</a:t>
            </a:r>
          </a:p>
          <a:p>
            <a:pPr algn="ctr">
              <a:defRPr sz="1800">
                <a:solidFill>
                  <a:srgbClr val="222831"/>
                </a:solidFill>
              </a:defRPr>
            </a:pPr>
            <a:r>
              <a:t>任务流持续到来</a:t>
            </a:r>
          </a:p>
          <a:p>
            <a:pPr algn="ctr">
              <a:defRPr sz="1800">
                <a:solidFill>
                  <a:srgbClr val="222831"/>
                </a:solidFill>
              </a:defRPr>
            </a:pPr>
            <a:r>
              <a:t>工具和环境分布漂移</a:t>
            </a:r>
          </a:p>
          <a:p>
            <a:pPr algn="ctr">
              <a:defRPr sz="1800">
                <a:solidFill>
                  <a:srgbClr val="222831"/>
                </a:solidFill>
              </a:defRPr>
            </a:pPr>
            <a:r>
              <a:t>新能力学习与旧能力保持冲突</a:t>
            </a:r>
          </a:p>
          <a:p>
            <a:pPr algn="ctr">
              <a:defRPr sz="1800">
                <a:solidFill>
                  <a:srgbClr val="222831"/>
                </a:solidFill>
              </a:defRPr>
            </a:pPr>
            <a:r>
              <a:t>内存和重放预算受限</a:t>
            </a:r>
          </a:p>
        </p:txBody>
      </p:sp>
      <p:sp>
        <p:nvSpPr>
          <p:cNvPr id="6" name="Chevron 5"/>
          <p:cNvSpPr/>
          <p:nvPr/>
        </p:nvSpPr>
        <p:spPr>
          <a:xfrm>
            <a:off x="5468112" y="2743200"/>
            <a:ext cx="713232" cy="868680"/>
          </a:xfrm>
          <a:prstGeom prst="chevron">
            <a:avLst/>
          </a:prstGeom>
          <a:solidFill>
            <a:srgbClr val="C4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321808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831"/>
                </a:solidFill>
              </a:rPr>
              <a:t>SIAS 要解决的就是这个 gap：bounded memory 下的持续适应 + 抗遗忘。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问题定义与目标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论文把输入建模为非平稳的 tool-use experience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831"/>
                </a:solidFill>
              </a:defRPr>
            </a:pPr>
            <a:r>
              <a:t>输入样本 x_t 包含：user instruction、tool schema(s)、intermediate execution context、outcome signal。</a:t>
            </a:r>
          </a:p>
          <a:p>
            <a:pPr>
              <a:spcAft>
                <a:spcPts val="1000"/>
              </a:spcAft>
              <a:defRPr sz="2000">
                <a:solidFill>
                  <a:srgbClr val="222831"/>
                </a:solidFill>
              </a:defRPr>
            </a:pPr>
            <a:r>
              <a:t>数据流被分成多个 phase：可以按 BFCL 的 category/domain，或按 AgentBench FC 的 environment/task 构造。</a:t>
            </a:r>
          </a:p>
          <a:p>
            <a:pPr>
              <a:spcAft>
                <a:spcPts val="1000"/>
              </a:spcAft>
              <a:defRPr sz="2000">
                <a:solidFill>
                  <a:srgbClr val="222831"/>
                </a:solidFill>
              </a:defRPr>
            </a:pPr>
            <a:r>
              <a:t>目标不是一次性离线最优，而是在 bounded memory 和 replay budget 下持续学习。</a:t>
            </a:r>
          </a:p>
          <a:p>
            <a:pPr>
              <a:spcAft>
                <a:spcPts val="1000"/>
              </a:spcAft>
              <a:defRPr sz="2000">
                <a:solidFill>
                  <a:srgbClr val="222831"/>
                </a:solidFill>
              </a:defRPr>
            </a:pPr>
            <a:r>
              <a:t>评估重点包括：新阶段性能、旧阶段遗忘、forward/backward transfer、系统开销。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SIAS 总体流程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代码和论文一致的主路径：stream -&gt; signals -&gt; selector -&gt; scorer -&gt; replay/contract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2057400" cy="1234440"/>
          </a:xfrm>
          <a:prstGeom prst="roundRect">
            <a:avLst/>
          </a:prstGeom>
          <a:solidFill>
            <a:srgbClr val="E9F1F9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50" b="1">
                <a:solidFill>
                  <a:srgbClr val="1B365D"/>
                </a:solidFill>
              </a:rPr>
              <a:t>Tool-use Stream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instruction / tools / outcome</a:t>
            </a:r>
          </a:p>
        </p:txBody>
      </p:sp>
      <p:sp>
        <p:nvSpPr>
          <p:cNvPr id="5" name="Chevron 4"/>
          <p:cNvSpPr/>
          <p:nvPr/>
        </p:nvSpPr>
        <p:spPr>
          <a:xfrm>
            <a:off x="2651760" y="2450592"/>
            <a:ext cx="384048" cy="438912"/>
          </a:xfrm>
          <a:prstGeom prst="chevron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35808" y="2057400"/>
            <a:ext cx="2148840" cy="1234440"/>
          </a:xfrm>
          <a:prstGeom prst="roundRect">
            <a:avLst/>
          </a:prstGeom>
          <a:solidFill>
            <a:srgbClr val="EAF7FA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50" b="1">
                <a:solidFill>
                  <a:srgbClr val="1B365D"/>
                </a:solidFill>
              </a:rPr>
              <a:t>Adaptive Learner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drift + forgetting</a:t>
            </a:r>
          </a:p>
        </p:txBody>
      </p:sp>
      <p:sp>
        <p:nvSpPr>
          <p:cNvPr id="7" name="Chevron 6"/>
          <p:cNvSpPr/>
          <p:nvPr/>
        </p:nvSpPr>
        <p:spPr>
          <a:xfrm>
            <a:off x="5276088" y="2450592"/>
            <a:ext cx="384048" cy="438912"/>
          </a:xfrm>
          <a:prstGeom prst="chevron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0136" y="2057400"/>
            <a:ext cx="2148840" cy="1234440"/>
          </a:xfrm>
          <a:prstGeom prst="roundRect">
            <a:avLst/>
          </a:prstGeom>
          <a:solidFill>
            <a:srgbClr val="E9F1F9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50" b="1">
                <a:solidFill>
                  <a:srgbClr val="1B365D"/>
                </a:solidFill>
              </a:rPr>
              <a:t>Streaming Selector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short-term / long-term</a:t>
            </a:r>
          </a:p>
        </p:txBody>
      </p:sp>
      <p:sp>
        <p:nvSpPr>
          <p:cNvPr id="9" name="Chevron 8"/>
          <p:cNvSpPr/>
          <p:nvPr/>
        </p:nvSpPr>
        <p:spPr>
          <a:xfrm>
            <a:off x="7900416" y="2450592"/>
            <a:ext cx="384048" cy="438912"/>
          </a:xfrm>
          <a:prstGeom prst="chevron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84464" y="2057400"/>
            <a:ext cx="1965960" cy="1234440"/>
          </a:xfrm>
          <a:prstGeom prst="roundRect">
            <a:avLst/>
          </a:prstGeom>
          <a:solidFill>
            <a:srgbClr val="EAF7FA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50" b="1">
                <a:solidFill>
                  <a:srgbClr val="1B365D"/>
                </a:solidFill>
              </a:rPr>
              <a:t>Importance Scorer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loss + diversity + novelty</a:t>
            </a:r>
          </a:p>
        </p:txBody>
      </p:sp>
      <p:sp>
        <p:nvSpPr>
          <p:cNvPr id="11" name="Chevron 10"/>
          <p:cNvSpPr/>
          <p:nvPr/>
        </p:nvSpPr>
        <p:spPr>
          <a:xfrm>
            <a:off x="10341864" y="2450592"/>
            <a:ext cx="384048" cy="438912"/>
          </a:xfrm>
          <a:prstGeom prst="chevron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25912" y="2057400"/>
            <a:ext cx="2331720" cy="1234440"/>
          </a:xfrm>
          <a:prstGeom prst="roundRect">
            <a:avLst/>
          </a:prstGeom>
          <a:solidFill>
            <a:srgbClr val="E9F1F9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50" b="1">
                <a:solidFill>
                  <a:srgbClr val="1B365D"/>
                </a:solidFill>
              </a:rPr>
              <a:t>Replay + Contract</a:t>
            </a:r>
          </a:p>
          <a:p>
            <a:pPr algn="ctr"/>
            <a:r>
              <a:rPr sz="1100">
                <a:solidFill>
                  <a:srgbClr val="667085"/>
                </a:solidFill>
              </a:rPr>
              <a:t>training batch +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4069080"/>
            <a:ext cx="4983480" cy="1051560"/>
          </a:xfrm>
          <a:prstGeom prst="roundRect">
            <a:avLst/>
          </a:prstGeom>
          <a:solidFill>
            <a:srgbClr val="E8F5EC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28B22"/>
                </a:solidFill>
              </a:rPr>
              <a:t>Bounded Replay Memory</a:t>
            </a:r>
          </a:p>
          <a:p>
            <a:pPr algn="ctr"/>
            <a:r>
              <a:rPr sz="1250">
                <a:solidFill>
                  <a:srgbClr val="222831"/>
                </a:solidFill>
              </a:rPr>
              <a:t>选中的高价值轨迹进入 buffer，并按 adaptive replay ratio 回流训练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模块一：Adaptive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用漂移和遗忘信号动态调 replay 强度，而不是固定 replay ratio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378440" cy="1051560"/>
          </a:xfrm>
          <a:prstGeom prst="roundRect">
            <a:avLst/>
          </a:prstGeom>
          <a:solidFill>
            <a:srgbClr val="E9F0F9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B365D"/>
                </a:solidFill>
              </a:rPr>
              <a:t>r_t = clip(r_0 + alpha * max(d_t, f_t), r_min, r_max)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880360"/>
            <a:ext cx="5120640" cy="3017520"/>
          </a:xfrm>
          <a:prstGeom prst="roundRect">
            <a:avLst/>
          </a:prstGeom>
          <a:solidFill>
            <a:srgbClr val="ECF3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03580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365D"/>
                </a:solidFill>
              </a:rPr>
              <a:t>论文解释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83280"/>
            <a:ext cx="4526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d_t 表示 distribution drift，f_t 表示 forgetting 强度，谁更强就由谁主导 replay 增强。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如果 batch 更像“分布变了”，策略偏向 diversity；如果更像“已经开始忘”，策略偏向 loss_topk。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核心思想是 replay 不应该固定，而要随着 stream 状态变化。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880360"/>
            <a:ext cx="5120640" cy="3017520"/>
          </a:xfrm>
          <a:prstGeom prst="roundRect">
            <a:avLst/>
          </a:prstGeom>
          <a:solidFill>
            <a:srgbClr val="ECF8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303580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365D"/>
                </a:solidFill>
              </a:rPr>
              <a:t>代码落点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3383280"/>
            <a:ext cx="4526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`OnlineContinualLearner` 维护 `drift_score`、`forgetting_score`、`adaptive_replay_ratio`。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batch profile 由 topic/token/loss 统计构造，trace 持久化到 `metrics.jsonl`、`summary.csv`。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训练 batch = new samples + replay samples，replay 由 selector 打分或随机抽样得到。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模块二：Unified Importance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buffer retention 和 replay selection 共用一套重要性定义，减少 heuristic 冲突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378440" cy="1051560"/>
          </a:xfrm>
          <a:prstGeom prst="roundRect">
            <a:avLst/>
          </a:prstGeom>
          <a:solidFill>
            <a:srgbClr val="E9F0F9"/>
          </a:solidFill>
          <a:ln>
            <a:solidFill>
              <a:srgbClr val="128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B365D"/>
                </a:solidFill>
              </a:rPr>
              <a:t>I(x) = lambda_l * I_loss(x) + lambda_d * I_div(x) + lambda_n * I_nov(x)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880360"/>
            <a:ext cx="5120640" cy="3017520"/>
          </a:xfrm>
          <a:prstGeom prst="roundRect">
            <a:avLst/>
          </a:prstGeom>
          <a:solidFill>
            <a:srgbClr val="ECF3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03580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365D"/>
                </a:solidFill>
              </a:rPr>
              <a:t>论文解释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83280"/>
            <a:ext cx="4526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loss 负责抓住困难样本，diversity 负责避免保留一堆相似轨迹，novelty 负责提升对新模式的覆盖。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论文强调的不只是一个总分，而是 score breakdown 可解释。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这种统一打分让 replay 和 coreset 不再各自用一套不一致的规则。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880360"/>
            <a:ext cx="5120640" cy="3017520"/>
          </a:xfrm>
          <a:prstGeom prst="roundRect">
            <a:avLst/>
          </a:prstGeom>
          <a:solidFill>
            <a:srgbClr val="ECF8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303580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365D"/>
                </a:solidFill>
              </a:rPr>
              <a:t>代码落点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3383280"/>
            <a:ext cx="4526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`ImportanceScorer` 默认权重为 loss 0.5 / diversity 0.3 / novelty 0.2。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实现使用文本特征计算样本间相似度，并输出 `importance_breakdown`。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contract 返回的不只是 selected sample，还包括 `importance_score` 与组件分解。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模块三：Streaming Coreset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避免每个 batch 都全量重算，从在线数据流里维护 bounded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212080" cy="4709160"/>
          </a:xfrm>
          <a:prstGeom prst="roundRect">
            <a:avLst/>
          </a:prstGeom>
          <a:solidFill>
            <a:srgbClr val="ECF3FB"/>
          </a:solidFill>
          <a:ln w="1397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600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算法思路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65960"/>
            <a:ext cx="46451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维护 short-term pool 捕捉最近到来的样本；维护 long-term pool 保留历史高价值样本。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新 batch 先进入 short-term pool，再与 long-term 合并形成 candidate pool。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先按 importance 排出 long-term 候选，再用 hybrid 选择形成最终训练/保留集合。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这样可以兼顾 recentness、coverage 和计算成本。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417320"/>
            <a:ext cx="5212080" cy="4709160"/>
          </a:xfrm>
          <a:prstGeom prst="roundRect">
            <a:avLst/>
          </a:prstGeom>
          <a:solidFill>
            <a:srgbClr val="ECF8FB"/>
          </a:solidFill>
          <a:ln w="1397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1600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代码实现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1965960"/>
            <a:ext cx="46451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`CoresetSelector(strategy='streaming')` 暴露 `update_stream()`。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支持 `streaming_window_size`、`replacement_temperature`、`long_term_pool_size`。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内置 `loss_topk`、`diversity`、`hybrid`、`random`、`streaming` 五类策略。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另有 `benchmark_streaming()` 直接测 selector 吞吐与池大小变化。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论文贡献与代码映射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把 paper 中的贡献点直接映射到仓库模块，便于技术同学快速定位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965960" cy="4754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</a:rPr>
              <a:t>贡献点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1417320"/>
            <a:ext cx="3657600" cy="4754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</a:rPr>
              <a:t>主要模块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17320"/>
            <a:ext cx="4663440" cy="4754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技术含义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96596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Adaptive replay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920240"/>
            <a:ext cx="365760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`adaptive_signals.py` + `continual_learner.py`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920240"/>
            <a:ext cx="466344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在线估计 drift/forgetting，并动态调 replay ratio 与 selection 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24912"/>
            <a:ext cx="196596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Streaming coreset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724912"/>
            <a:ext cx="365760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`coreset_selector.py`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24912"/>
            <a:ext cx="466344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在受限内存中做增量保留，不必每轮全量重算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9584"/>
            <a:ext cx="196596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Unified scorer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3529584"/>
            <a:ext cx="365760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`importance_scorer.py`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529584"/>
            <a:ext cx="466344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统一 replay 与 retention 的样本价值定义，并保留解释字段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34256"/>
            <a:ext cx="196596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Stable 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4334256"/>
            <a:ext cx="365760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`contract.py`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334256"/>
            <a:ext cx="466344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把算法封装成 benchmark-facing schema，便于外部系统调用与复现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138928"/>
            <a:ext cx="196596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Experiment scaffolding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5138928"/>
            <a:ext cx="365760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`experiment_framework.py`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5138928"/>
            <a:ext cx="466344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把真实 benchmark 数据转成 continual phases 与 manifest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实验协议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评测设计围绕 continual tool use，而不是普通静态 function calling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212080" cy="4709160"/>
          </a:xfrm>
          <a:prstGeom prst="roundRect">
            <a:avLst/>
          </a:prstGeom>
          <a:solidFill>
            <a:srgbClr val="ECF3FB"/>
          </a:solidFill>
          <a:ln w="1397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600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主 benchmark: BFCL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65960"/>
            <a:ext cx="46451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覆盖 serial、parallel、multi-function、stateful multi-step function calling。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可按 `test_category`、`category` 或 `domain` 构造 continual phases。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主要看 tool-call success / pass rate，以及 phase 间遗忘与迁移。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417320"/>
            <a:ext cx="5212080" cy="4709160"/>
          </a:xfrm>
          <a:prstGeom prst="roundRect">
            <a:avLst/>
          </a:prstGeom>
          <a:solidFill>
            <a:srgbClr val="ECF8FB"/>
          </a:solidFill>
          <a:ln w="1397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1600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真实环境: AgentBench FC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1965960"/>
            <a:ext cx="46451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把 OS、DB、KG、ALFWorld、WebShop 等环境转成 function-calling 风格任务。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可按 `environment` 或 `task_name` 构造 phase。</a:t>
            </a:r>
          </a:p>
          <a:p>
            <a:pPr>
              <a:spcAft>
                <a:spcPts val="800"/>
              </a:spcAft>
              <a:defRPr sz="1550">
                <a:solidFill>
                  <a:srgbClr val="222831"/>
                </a:solidFill>
              </a:defRPr>
            </a:pPr>
            <a:r>
              <a:t>除了函数调用正确性，还能看 task completion 和跨环境保持能力。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Baseline 与指标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技术汇报时建议把方法放到 continual learning 语境下，而不是只和普通 agent 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965960" cy="4754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1417320"/>
            <a:ext cx="3657600" cy="4754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</a:rPr>
              <a:t>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17320"/>
            <a:ext cx="4663440" cy="4754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</a:rPr>
              <a:t>目的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96596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Baselines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920240"/>
            <a:ext cx="365760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Sequential FT / Fixed Replay / Joint Oracle / EWC / MIR / DER++ / SIAS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920240"/>
            <a:ext cx="466344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覆盖下界、上界、经典 replay、经典 regularization 和本文方法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24912"/>
            <a:ext cx="196596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效果指标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724912"/>
            <a:ext cx="365760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success/pass rate、task completion、forgetting、FWT、BWT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24912"/>
            <a:ext cx="466344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同时衡量新任务适应和旧任务保持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9584"/>
            <a:ext cx="196596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成本指标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3529584"/>
            <a:ext cx="365760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sample efficiency、runtime、memory overhead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529584"/>
            <a:ext cx="4663440" cy="804672"/>
          </a:xfrm>
          <a:prstGeom prst="rect">
            <a:avLst/>
          </a:prstGeom>
          <a:solidFill>
            <a:srgbClr val="F0F5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回答方法是否值得在在线系统里使用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34256"/>
            <a:ext cx="196596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结果形式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4334256"/>
            <a:ext cx="365760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按 phase 报告曲线、最终汇总表、ablation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334256"/>
            <a:ext cx="4663440" cy="804672"/>
          </a:xfrm>
          <a:prstGeom prst="rect">
            <a:avLst/>
          </a:prstGeom>
          <a:solidFill>
            <a:srgbClr val="EBF7FA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831"/>
                </a:solidFill>
              </a:rPr>
              <a:t>让 reviewer 和工程同学都能看懂 trade-off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当前实现状态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这篇 paper 对应的是一个已经具备核心算法与实验骨架的代码库，而不是纯概念设计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880360"/>
            <a:ext cx="5120640" cy="3017520"/>
          </a:xfrm>
          <a:prstGeom prst="roundRect">
            <a:avLst/>
          </a:prstGeom>
          <a:solidFill>
            <a:srgbClr val="ECF3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303580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365D"/>
                </a:solidFill>
              </a:rP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383280"/>
            <a:ext cx="4526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Adaptive replay: drift_score、forgetting_score、adaptive_replay_ratio、策略切换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Streaming coreset: streaming selector、short-term/long-term pools、benchmark 脚本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Unified scoring: loss/diversity/novelty 统一打分和 importance_breakdown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Benchmark contract: `sias-benchmark-v1`、配置对象、schema 校验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Experiment framework: BFCL / AgentBench FC 的 phase 构造与 manifest 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880360"/>
            <a:ext cx="5120640" cy="3017520"/>
          </a:xfrm>
          <a:prstGeom prst="roundRect">
            <a:avLst/>
          </a:prstGeom>
          <a:solidFill>
            <a:srgbClr val="ECF8FB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303580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365D"/>
                </a:solidFill>
              </a:rPr>
              <a:t>待补齐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3383280"/>
            <a:ext cx="4526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需要接入真实 BFCL 与 AgentBench FC 公共版本数据并跑完整 sweep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需要补齐 EWC、MIR、DER++ 等 reviewer 预期 baseline</a:t>
            </a:r>
          </a:p>
          <a:p>
            <a:pPr>
              <a:spcAft>
                <a:spcPts val="600"/>
              </a:spcAft>
              <a:defRPr sz="1480">
                <a:solidFill>
                  <a:srgbClr val="222831"/>
                </a:solidFill>
              </a:defRPr>
            </a:pPr>
            <a:r>
              <a:t>需要生成最终论文表格：success、forgetting、BWT/FWT、runtime、memory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给技术人员讲时建议强调什么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这页可以直接当口播提纲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第一，SIAS 不是一个更大的 agent system，而是一个针对 continual tool use 的算法层。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第二，它解决的是 replay 何时增强、哪些样本该留、为何留下来 这三个核心问题。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第三，代码已经给出 benchmark-facing contract 和真实数据实验框架，所以后续接评测不是从零开始。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第四，当前最大缺口在完整 benchmark sweep 和强 baseline 跑分，而不是方法定义本身。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65D"/>
                </a:solidFill>
              </a:rPr>
              <a:t>结束页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SIAS 把 continual learning 和 agent tool use 的交叉问题明确化，并给出可运行实现。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技术核心是 adaptive replay + streaming coreset + unified importance scoring。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论文结构、代码结构、实验协议三者已经基本对齐，适合继续推进真实 benchmark 结果产出。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27648"/>
            <a:ext cx="10698480" cy="27432"/>
          </a:xfrm>
          <a:prstGeom prst="rect">
            <a:avLst/>
          </a:prstGeom>
          <a:solidFill>
            <a:srgbClr val="128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