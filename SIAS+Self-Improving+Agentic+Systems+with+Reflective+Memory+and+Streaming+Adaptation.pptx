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6.svg" ContentType="image/svg+xml"/>
  <Override PartName="/ppt/media/image63.svg" ContentType="image/svg+xml"/>
  <Override PartName="/ppt/media/image65.svg" ContentType="image/svg+xml"/>
  <Override PartName="/ppt/media/image73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84" r:id="rId3"/>
  </p:sldMasterIdLst>
  <p:sldIdLst>
    <p:sldId id="302" r:id="rId4"/>
    <p:sldId id="303" r:id="rId5"/>
    <p:sldId id="264" r:id="rId6"/>
    <p:sldId id="265" r:id="rId7"/>
    <p:sldId id="304" r:id="rId8"/>
    <p:sldId id="267" r:id="rId9"/>
    <p:sldId id="305" r:id="rId10"/>
    <p:sldId id="269" r:id="rId11"/>
    <p:sldId id="306" r:id="rId12"/>
    <p:sldId id="271" r:id="rId13"/>
    <p:sldId id="294" r:id="rId14"/>
    <p:sldId id="295" r:id="rId15"/>
    <p:sldId id="274" r:id="rId16"/>
    <p:sldId id="296" r:id="rId17"/>
    <p:sldId id="307" r:id="rId18"/>
    <p:sldId id="297" r:id="rId19"/>
    <p:sldId id="278" r:id="rId20"/>
    <p:sldId id="279" r:id="rId21"/>
    <p:sldId id="280" r:id="rId22"/>
    <p:sldId id="308" r:id="rId23"/>
    <p:sldId id="298" r:id="rId24"/>
    <p:sldId id="299" r:id="rId25"/>
    <p:sldId id="284" r:id="rId26"/>
    <p:sldId id="285" r:id="rId27"/>
    <p:sldId id="309" r:id="rId28"/>
    <p:sldId id="300" r:id="rId29"/>
    <p:sldId id="288" r:id="rId30"/>
    <p:sldId id="310" r:id="rId31"/>
    <p:sldId id="290" r:id="rId32"/>
    <p:sldId id="301" r:id="rId33"/>
    <p:sldId id="292" r:id="rId34"/>
    <p:sldId id="311" r:id="rId35"/>
  </p:sldIdLst>
  <p:sldSz cx="12192000" cy="6858000"/>
  <p:notesSz cx="7103745" cy="10234295"/>
  <p:custDataLst>
    <p:tags r:id="rId4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 eyes" initials="Ke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0" Type="http://schemas.openxmlformats.org/officeDocument/2006/relationships/tags" Target="tags/tag726.xml"/><Relationship Id="rId4" Type="http://schemas.openxmlformats.org/officeDocument/2006/relationships/slide" Target="slides/slide1.xml"/><Relationship Id="rId39" Type="http://schemas.openxmlformats.org/officeDocument/2006/relationships/commentAuthors" Target="commentAuthors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svg"/><Relationship Id="rId8" Type="http://schemas.openxmlformats.org/officeDocument/2006/relationships/image" Target="../media/image3.png"/><Relationship Id="rId7" Type="http://schemas.openxmlformats.org/officeDocument/2006/relationships/tags" Target="../tags/tag9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6" Type="http://schemas.openxmlformats.org/officeDocument/2006/relationships/tags" Target="../tags/tag22.xml"/><Relationship Id="rId25" Type="http://schemas.openxmlformats.org/officeDocument/2006/relationships/tags" Target="../tags/tag21.xml"/><Relationship Id="rId24" Type="http://schemas.openxmlformats.org/officeDocument/2006/relationships/tags" Target="../tags/tag20.xml"/><Relationship Id="rId23" Type="http://schemas.openxmlformats.org/officeDocument/2006/relationships/tags" Target="../tags/tag19.xml"/><Relationship Id="rId22" Type="http://schemas.openxmlformats.org/officeDocument/2006/relationships/tags" Target="../tags/tag18.xml"/><Relationship Id="rId21" Type="http://schemas.openxmlformats.org/officeDocument/2006/relationships/tags" Target="../tags/tag17.xml"/><Relationship Id="rId20" Type="http://schemas.openxmlformats.org/officeDocument/2006/relationships/image" Target="../media/image8.svg"/><Relationship Id="rId2" Type="http://schemas.openxmlformats.org/officeDocument/2006/relationships/tags" Target="../tags/tag6.xml"/><Relationship Id="rId19" Type="http://schemas.openxmlformats.org/officeDocument/2006/relationships/image" Target="../media/image7.png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image" Target="../media/image6.svg"/><Relationship Id="rId12" Type="http://schemas.openxmlformats.org/officeDocument/2006/relationships/image" Target="../media/image5.png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58.xml"/><Relationship Id="rId8" Type="http://schemas.openxmlformats.org/officeDocument/2006/relationships/tags" Target="../tags/tag57.xml"/><Relationship Id="rId7" Type="http://schemas.openxmlformats.org/officeDocument/2006/relationships/tags" Target="../tags/tag56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tags" Target="../tags/tag55.xml"/><Relationship Id="rId37" Type="http://schemas.openxmlformats.org/officeDocument/2006/relationships/tags" Target="../tags/tag72.xml"/><Relationship Id="rId36" Type="http://schemas.openxmlformats.org/officeDocument/2006/relationships/tags" Target="../tags/tag71.xml"/><Relationship Id="rId35" Type="http://schemas.openxmlformats.org/officeDocument/2006/relationships/tags" Target="../tags/tag70.xml"/><Relationship Id="rId34" Type="http://schemas.openxmlformats.org/officeDocument/2006/relationships/tags" Target="../tags/tag69.xml"/><Relationship Id="rId33" Type="http://schemas.openxmlformats.org/officeDocument/2006/relationships/tags" Target="../tags/tag68.xml"/><Relationship Id="rId32" Type="http://schemas.openxmlformats.org/officeDocument/2006/relationships/tags" Target="../tags/tag67.xml"/><Relationship Id="rId31" Type="http://schemas.openxmlformats.org/officeDocument/2006/relationships/image" Target="../media/image8.svg"/><Relationship Id="rId30" Type="http://schemas.openxmlformats.org/officeDocument/2006/relationships/image" Target="../media/image7.png"/><Relationship Id="rId3" Type="http://schemas.openxmlformats.org/officeDocument/2006/relationships/tags" Target="../tags/tag54.xml"/><Relationship Id="rId29" Type="http://schemas.openxmlformats.org/officeDocument/2006/relationships/tags" Target="../tags/tag66.xml"/><Relationship Id="rId28" Type="http://schemas.openxmlformats.org/officeDocument/2006/relationships/tags" Target="../tags/tag65.xml"/><Relationship Id="rId27" Type="http://schemas.openxmlformats.org/officeDocument/2006/relationships/image" Target="../media/image22.svg"/><Relationship Id="rId26" Type="http://schemas.openxmlformats.org/officeDocument/2006/relationships/image" Target="../media/image21.png"/><Relationship Id="rId25" Type="http://schemas.openxmlformats.org/officeDocument/2006/relationships/tags" Target="../tags/tag64.xml"/><Relationship Id="rId24" Type="http://schemas.openxmlformats.org/officeDocument/2006/relationships/image" Target="../media/image20.svg"/><Relationship Id="rId23" Type="http://schemas.openxmlformats.org/officeDocument/2006/relationships/image" Target="../media/image19.png"/><Relationship Id="rId22" Type="http://schemas.openxmlformats.org/officeDocument/2006/relationships/tags" Target="../tags/tag63.xml"/><Relationship Id="rId21" Type="http://schemas.openxmlformats.org/officeDocument/2006/relationships/tags" Target="../tags/tag62.xml"/><Relationship Id="rId20" Type="http://schemas.openxmlformats.org/officeDocument/2006/relationships/image" Target="../media/image18.svg"/><Relationship Id="rId2" Type="http://schemas.openxmlformats.org/officeDocument/2006/relationships/tags" Target="../tags/tag53.xml"/><Relationship Id="rId19" Type="http://schemas.openxmlformats.org/officeDocument/2006/relationships/image" Target="../media/image17.png"/><Relationship Id="rId18" Type="http://schemas.openxmlformats.org/officeDocument/2006/relationships/tags" Target="../tags/tag61.xml"/><Relationship Id="rId17" Type="http://schemas.openxmlformats.org/officeDocument/2006/relationships/image" Target="../media/image16.svg"/><Relationship Id="rId16" Type="http://schemas.openxmlformats.org/officeDocument/2006/relationships/image" Target="../media/image15.png"/><Relationship Id="rId15" Type="http://schemas.openxmlformats.org/officeDocument/2006/relationships/tags" Target="../tags/tag60.xml"/><Relationship Id="rId14" Type="http://schemas.openxmlformats.org/officeDocument/2006/relationships/image" Target="../media/image14.svg"/><Relationship Id="rId13" Type="http://schemas.openxmlformats.org/officeDocument/2006/relationships/image" Target="../media/image13.png"/><Relationship Id="rId12" Type="http://schemas.openxmlformats.org/officeDocument/2006/relationships/tags" Target="../tags/tag59.xml"/><Relationship Id="rId11" Type="http://schemas.openxmlformats.org/officeDocument/2006/relationships/image" Target="../media/image12.svg"/><Relationship Id="rId10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.svg"/><Relationship Id="rId8" Type="http://schemas.openxmlformats.org/officeDocument/2006/relationships/image" Target="../media/image5.png"/><Relationship Id="rId7" Type="http://schemas.openxmlformats.org/officeDocument/2006/relationships/tags" Target="../tags/tag76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5" Type="http://schemas.openxmlformats.org/officeDocument/2006/relationships/tags" Target="../tags/tag86.xml"/><Relationship Id="rId24" Type="http://schemas.openxmlformats.org/officeDocument/2006/relationships/tags" Target="../tags/tag85.xml"/><Relationship Id="rId23" Type="http://schemas.openxmlformats.org/officeDocument/2006/relationships/tags" Target="../tags/tag84.xml"/><Relationship Id="rId22" Type="http://schemas.openxmlformats.org/officeDocument/2006/relationships/tags" Target="../tags/tag83.xml"/><Relationship Id="rId21" Type="http://schemas.openxmlformats.org/officeDocument/2006/relationships/tags" Target="../tags/tag82.xml"/><Relationship Id="rId20" Type="http://schemas.openxmlformats.org/officeDocument/2006/relationships/image" Target="../media/image31.svg"/><Relationship Id="rId2" Type="http://schemas.openxmlformats.org/officeDocument/2006/relationships/tags" Target="../tags/tag73.xml"/><Relationship Id="rId19" Type="http://schemas.openxmlformats.org/officeDocument/2006/relationships/image" Target="../media/image30.png"/><Relationship Id="rId18" Type="http://schemas.openxmlformats.org/officeDocument/2006/relationships/tags" Target="../tags/tag81.xml"/><Relationship Id="rId17" Type="http://schemas.openxmlformats.org/officeDocument/2006/relationships/tags" Target="../tags/tag80.xml"/><Relationship Id="rId16" Type="http://schemas.openxmlformats.org/officeDocument/2006/relationships/image" Target="../media/image29.svg"/><Relationship Id="rId15" Type="http://schemas.openxmlformats.org/officeDocument/2006/relationships/image" Target="../media/image28.png"/><Relationship Id="rId14" Type="http://schemas.openxmlformats.org/officeDocument/2006/relationships/tags" Target="../tags/tag79.xml"/><Relationship Id="rId13" Type="http://schemas.openxmlformats.org/officeDocument/2006/relationships/image" Target="../media/image27.svg"/><Relationship Id="rId12" Type="http://schemas.openxmlformats.org/officeDocument/2006/relationships/image" Target="../media/image26.png"/><Relationship Id="rId11" Type="http://schemas.openxmlformats.org/officeDocument/2006/relationships/tags" Target="../tags/tag78.xml"/><Relationship Id="rId10" Type="http://schemas.openxmlformats.org/officeDocument/2006/relationships/tags" Target="../tags/tag77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svg"/><Relationship Id="rId8" Type="http://schemas.openxmlformats.org/officeDocument/2006/relationships/image" Target="../media/image15.png"/><Relationship Id="rId7" Type="http://schemas.openxmlformats.org/officeDocument/2006/relationships/tags" Target="../tags/tag90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tags" Target="../tags/tag89.xml"/><Relationship Id="rId30" Type="http://schemas.openxmlformats.org/officeDocument/2006/relationships/tags" Target="../tags/tag103.xml"/><Relationship Id="rId3" Type="http://schemas.openxmlformats.org/officeDocument/2006/relationships/tags" Target="../tags/tag88.xml"/><Relationship Id="rId29" Type="http://schemas.openxmlformats.org/officeDocument/2006/relationships/tags" Target="../tags/tag102.xml"/><Relationship Id="rId28" Type="http://schemas.openxmlformats.org/officeDocument/2006/relationships/tags" Target="../tags/tag101.xml"/><Relationship Id="rId27" Type="http://schemas.openxmlformats.org/officeDocument/2006/relationships/tags" Target="../tags/tag100.xml"/><Relationship Id="rId26" Type="http://schemas.openxmlformats.org/officeDocument/2006/relationships/tags" Target="../tags/tag99.xml"/><Relationship Id="rId25" Type="http://schemas.openxmlformats.org/officeDocument/2006/relationships/image" Target="../media/image31.svg"/><Relationship Id="rId24" Type="http://schemas.openxmlformats.org/officeDocument/2006/relationships/image" Target="../media/image30.png"/><Relationship Id="rId23" Type="http://schemas.openxmlformats.org/officeDocument/2006/relationships/tags" Target="../tags/tag98.xml"/><Relationship Id="rId22" Type="http://schemas.openxmlformats.org/officeDocument/2006/relationships/image" Target="../media/image8.svg"/><Relationship Id="rId21" Type="http://schemas.openxmlformats.org/officeDocument/2006/relationships/image" Target="../media/image7.png"/><Relationship Id="rId20" Type="http://schemas.openxmlformats.org/officeDocument/2006/relationships/tags" Target="../tags/tag97.xml"/><Relationship Id="rId2" Type="http://schemas.openxmlformats.org/officeDocument/2006/relationships/tags" Target="../tags/tag87.xml"/><Relationship Id="rId19" Type="http://schemas.openxmlformats.org/officeDocument/2006/relationships/tags" Target="../tags/tag96.xml"/><Relationship Id="rId18" Type="http://schemas.openxmlformats.org/officeDocument/2006/relationships/image" Target="../media/image33.svg"/><Relationship Id="rId17" Type="http://schemas.openxmlformats.org/officeDocument/2006/relationships/image" Target="../media/image32.png"/><Relationship Id="rId16" Type="http://schemas.openxmlformats.org/officeDocument/2006/relationships/tags" Target="../tags/tag95.xml"/><Relationship Id="rId15" Type="http://schemas.openxmlformats.org/officeDocument/2006/relationships/tags" Target="../tags/tag94.xml"/><Relationship Id="rId14" Type="http://schemas.openxmlformats.org/officeDocument/2006/relationships/image" Target="../media/image14.svg"/><Relationship Id="rId13" Type="http://schemas.openxmlformats.org/officeDocument/2006/relationships/image" Target="../media/image13.png"/><Relationship Id="rId12" Type="http://schemas.openxmlformats.org/officeDocument/2006/relationships/tags" Target="../tags/tag93.xml"/><Relationship Id="rId11" Type="http://schemas.openxmlformats.org/officeDocument/2006/relationships/tags" Target="../tags/tag92.xml"/><Relationship Id="rId10" Type="http://schemas.openxmlformats.org/officeDocument/2006/relationships/tags" Target="../tags/tag91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111.xml"/><Relationship Id="rId8" Type="http://schemas.openxmlformats.org/officeDocument/2006/relationships/tags" Target="../tags/tag110.xml"/><Relationship Id="rId7" Type="http://schemas.openxmlformats.org/officeDocument/2006/relationships/tags" Target="../tags/tag109.xml"/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8" Type="http://schemas.openxmlformats.org/officeDocument/2006/relationships/tags" Target="../tags/tag120.xml"/><Relationship Id="rId17" Type="http://schemas.openxmlformats.org/officeDocument/2006/relationships/tags" Target="../tags/tag119.xml"/><Relationship Id="rId16" Type="http://schemas.openxmlformats.org/officeDocument/2006/relationships/tags" Target="../tags/tag118.xml"/><Relationship Id="rId15" Type="http://schemas.openxmlformats.org/officeDocument/2006/relationships/tags" Target="../tags/tag117.xml"/><Relationship Id="rId14" Type="http://schemas.openxmlformats.org/officeDocument/2006/relationships/tags" Target="../tags/tag116.xml"/><Relationship Id="rId13" Type="http://schemas.openxmlformats.org/officeDocument/2006/relationships/tags" Target="../tags/tag115.xml"/><Relationship Id="rId12" Type="http://schemas.openxmlformats.org/officeDocument/2006/relationships/tags" Target="../tags/tag114.xml"/><Relationship Id="rId11" Type="http://schemas.openxmlformats.org/officeDocument/2006/relationships/tags" Target="../tags/tag113.xml"/><Relationship Id="rId10" Type="http://schemas.openxmlformats.org/officeDocument/2006/relationships/tags" Target="../tags/tag112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128.xml"/><Relationship Id="rId8" Type="http://schemas.openxmlformats.org/officeDocument/2006/relationships/tags" Target="../tags/tag127.xml"/><Relationship Id="rId7" Type="http://schemas.openxmlformats.org/officeDocument/2006/relationships/tags" Target="../tags/tag126.xml"/><Relationship Id="rId6" Type="http://schemas.openxmlformats.org/officeDocument/2006/relationships/tags" Target="../tags/tag125.xml"/><Relationship Id="rId5" Type="http://schemas.openxmlformats.org/officeDocument/2006/relationships/tags" Target="../tags/tag124.xml"/><Relationship Id="rId4" Type="http://schemas.openxmlformats.org/officeDocument/2006/relationships/tags" Target="../tags/tag123.xml"/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8" Type="http://schemas.openxmlformats.org/officeDocument/2006/relationships/tags" Target="../tags/tag137.xml"/><Relationship Id="rId17" Type="http://schemas.openxmlformats.org/officeDocument/2006/relationships/tags" Target="../tags/tag136.xml"/><Relationship Id="rId16" Type="http://schemas.openxmlformats.org/officeDocument/2006/relationships/tags" Target="../tags/tag135.xml"/><Relationship Id="rId15" Type="http://schemas.openxmlformats.org/officeDocument/2006/relationships/tags" Target="../tags/tag134.xml"/><Relationship Id="rId14" Type="http://schemas.openxmlformats.org/officeDocument/2006/relationships/tags" Target="../tags/tag133.xml"/><Relationship Id="rId13" Type="http://schemas.openxmlformats.org/officeDocument/2006/relationships/tags" Target="../tags/tag132.xml"/><Relationship Id="rId12" Type="http://schemas.openxmlformats.org/officeDocument/2006/relationships/tags" Target="../tags/tag131.xml"/><Relationship Id="rId11" Type="http://schemas.openxmlformats.org/officeDocument/2006/relationships/tags" Target="../tags/tag130.xml"/><Relationship Id="rId10" Type="http://schemas.openxmlformats.org/officeDocument/2006/relationships/tags" Target="../tags/tag129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145.xml"/><Relationship Id="rId8" Type="http://schemas.openxmlformats.org/officeDocument/2006/relationships/tags" Target="../tags/tag144.xml"/><Relationship Id="rId7" Type="http://schemas.openxmlformats.org/officeDocument/2006/relationships/tags" Target="../tags/tag143.xml"/><Relationship Id="rId6" Type="http://schemas.openxmlformats.org/officeDocument/2006/relationships/tags" Target="../tags/tag142.xml"/><Relationship Id="rId5" Type="http://schemas.openxmlformats.org/officeDocument/2006/relationships/tags" Target="../tags/tag141.xml"/><Relationship Id="rId4" Type="http://schemas.openxmlformats.org/officeDocument/2006/relationships/tags" Target="../tags/tag140.xml"/><Relationship Id="rId3" Type="http://schemas.openxmlformats.org/officeDocument/2006/relationships/tags" Target="../tags/tag139.xml"/><Relationship Id="rId2" Type="http://schemas.openxmlformats.org/officeDocument/2006/relationships/tags" Target="../tags/tag138.xml"/><Relationship Id="rId14" Type="http://schemas.openxmlformats.org/officeDocument/2006/relationships/tags" Target="../tags/tag150.xml"/><Relationship Id="rId13" Type="http://schemas.openxmlformats.org/officeDocument/2006/relationships/tags" Target="../tags/tag149.xml"/><Relationship Id="rId12" Type="http://schemas.openxmlformats.org/officeDocument/2006/relationships/tags" Target="../tags/tag148.xml"/><Relationship Id="rId11" Type="http://schemas.openxmlformats.org/officeDocument/2006/relationships/tags" Target="../tags/tag147.xml"/><Relationship Id="rId10" Type="http://schemas.openxmlformats.org/officeDocument/2006/relationships/tags" Target="../tags/tag146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58.xml"/><Relationship Id="rId8" Type="http://schemas.openxmlformats.org/officeDocument/2006/relationships/tags" Target="../tags/tag157.xml"/><Relationship Id="rId7" Type="http://schemas.openxmlformats.org/officeDocument/2006/relationships/tags" Target="../tags/tag156.xml"/><Relationship Id="rId6" Type="http://schemas.openxmlformats.org/officeDocument/2006/relationships/tags" Target="../tags/tag155.xml"/><Relationship Id="rId5" Type="http://schemas.openxmlformats.org/officeDocument/2006/relationships/tags" Target="../tags/tag154.xml"/><Relationship Id="rId4" Type="http://schemas.openxmlformats.org/officeDocument/2006/relationships/tags" Target="../tags/tag153.xml"/><Relationship Id="rId3" Type="http://schemas.openxmlformats.org/officeDocument/2006/relationships/tags" Target="../tags/tag152.xml"/><Relationship Id="rId2" Type="http://schemas.openxmlformats.org/officeDocument/2006/relationships/tags" Target="../tags/tag151.xml"/><Relationship Id="rId11" Type="http://schemas.openxmlformats.org/officeDocument/2006/relationships/tags" Target="../tags/tag160.xml"/><Relationship Id="rId10" Type="http://schemas.openxmlformats.org/officeDocument/2006/relationships/tags" Target="../tags/tag159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68.xml"/><Relationship Id="rId8" Type="http://schemas.openxmlformats.org/officeDocument/2006/relationships/tags" Target="../tags/tag167.xml"/><Relationship Id="rId7" Type="http://schemas.openxmlformats.org/officeDocument/2006/relationships/tags" Target="../tags/tag166.xml"/><Relationship Id="rId6" Type="http://schemas.openxmlformats.org/officeDocument/2006/relationships/tags" Target="../tags/tag165.xml"/><Relationship Id="rId5" Type="http://schemas.openxmlformats.org/officeDocument/2006/relationships/tags" Target="../tags/tag164.xml"/><Relationship Id="rId4" Type="http://schemas.openxmlformats.org/officeDocument/2006/relationships/tags" Target="../tags/tag163.xml"/><Relationship Id="rId3" Type="http://schemas.openxmlformats.org/officeDocument/2006/relationships/tags" Target="../tags/tag162.xml"/><Relationship Id="rId21" Type="http://schemas.openxmlformats.org/officeDocument/2006/relationships/tags" Target="../tags/tag180.xml"/><Relationship Id="rId20" Type="http://schemas.openxmlformats.org/officeDocument/2006/relationships/tags" Target="../tags/tag179.xml"/><Relationship Id="rId2" Type="http://schemas.openxmlformats.org/officeDocument/2006/relationships/tags" Target="../tags/tag161.xml"/><Relationship Id="rId19" Type="http://schemas.openxmlformats.org/officeDocument/2006/relationships/tags" Target="../tags/tag178.xml"/><Relationship Id="rId18" Type="http://schemas.openxmlformats.org/officeDocument/2006/relationships/tags" Target="../tags/tag177.xml"/><Relationship Id="rId17" Type="http://schemas.openxmlformats.org/officeDocument/2006/relationships/tags" Target="../tags/tag176.xml"/><Relationship Id="rId16" Type="http://schemas.openxmlformats.org/officeDocument/2006/relationships/tags" Target="../tags/tag175.xml"/><Relationship Id="rId15" Type="http://schemas.openxmlformats.org/officeDocument/2006/relationships/tags" Target="../tags/tag174.xml"/><Relationship Id="rId14" Type="http://schemas.openxmlformats.org/officeDocument/2006/relationships/tags" Target="../tags/tag173.xml"/><Relationship Id="rId13" Type="http://schemas.openxmlformats.org/officeDocument/2006/relationships/tags" Target="../tags/tag172.xml"/><Relationship Id="rId12" Type="http://schemas.openxmlformats.org/officeDocument/2006/relationships/tags" Target="../tags/tag171.xml"/><Relationship Id="rId11" Type="http://schemas.openxmlformats.org/officeDocument/2006/relationships/tags" Target="../tags/tag170.xml"/><Relationship Id="rId10" Type="http://schemas.openxmlformats.org/officeDocument/2006/relationships/tags" Target="../tags/tag169.xm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88.xml"/><Relationship Id="rId8" Type="http://schemas.openxmlformats.org/officeDocument/2006/relationships/tags" Target="../tags/tag187.xml"/><Relationship Id="rId7" Type="http://schemas.openxmlformats.org/officeDocument/2006/relationships/tags" Target="../tags/tag186.xml"/><Relationship Id="rId6" Type="http://schemas.openxmlformats.org/officeDocument/2006/relationships/tags" Target="../tags/tag185.xml"/><Relationship Id="rId5" Type="http://schemas.openxmlformats.org/officeDocument/2006/relationships/tags" Target="../tags/tag184.xml"/><Relationship Id="rId4" Type="http://schemas.openxmlformats.org/officeDocument/2006/relationships/tags" Target="../tags/tag183.xml"/><Relationship Id="rId3" Type="http://schemas.openxmlformats.org/officeDocument/2006/relationships/tags" Target="../tags/tag182.xml"/><Relationship Id="rId2" Type="http://schemas.openxmlformats.org/officeDocument/2006/relationships/tags" Target="../tags/tag181.xml"/><Relationship Id="rId17" Type="http://schemas.openxmlformats.org/officeDocument/2006/relationships/tags" Target="../tags/tag196.xml"/><Relationship Id="rId16" Type="http://schemas.openxmlformats.org/officeDocument/2006/relationships/tags" Target="../tags/tag195.xml"/><Relationship Id="rId15" Type="http://schemas.openxmlformats.org/officeDocument/2006/relationships/tags" Target="../tags/tag194.xml"/><Relationship Id="rId14" Type="http://schemas.openxmlformats.org/officeDocument/2006/relationships/tags" Target="../tags/tag193.xml"/><Relationship Id="rId13" Type="http://schemas.openxmlformats.org/officeDocument/2006/relationships/tags" Target="../tags/tag192.xml"/><Relationship Id="rId12" Type="http://schemas.openxmlformats.org/officeDocument/2006/relationships/tags" Target="../tags/tag191.xml"/><Relationship Id="rId11" Type="http://schemas.openxmlformats.org/officeDocument/2006/relationships/tags" Target="../tags/tag190.xml"/><Relationship Id="rId10" Type="http://schemas.openxmlformats.org/officeDocument/2006/relationships/tags" Target="../tags/tag189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204.xml"/><Relationship Id="rId8" Type="http://schemas.openxmlformats.org/officeDocument/2006/relationships/tags" Target="../tags/tag203.xml"/><Relationship Id="rId7" Type="http://schemas.openxmlformats.org/officeDocument/2006/relationships/tags" Target="../tags/tag202.xml"/><Relationship Id="rId6" Type="http://schemas.openxmlformats.org/officeDocument/2006/relationships/tags" Target="../tags/tag201.xml"/><Relationship Id="rId5" Type="http://schemas.openxmlformats.org/officeDocument/2006/relationships/tags" Target="../tags/tag200.xml"/><Relationship Id="rId4" Type="http://schemas.openxmlformats.org/officeDocument/2006/relationships/tags" Target="../tags/tag199.xml"/><Relationship Id="rId3" Type="http://schemas.openxmlformats.org/officeDocument/2006/relationships/tags" Target="../tags/tag198.xml"/><Relationship Id="rId2" Type="http://schemas.openxmlformats.org/officeDocument/2006/relationships/tags" Target="../tags/tag197.xml"/><Relationship Id="rId14" Type="http://schemas.openxmlformats.org/officeDocument/2006/relationships/tags" Target="../tags/tag209.xml"/><Relationship Id="rId13" Type="http://schemas.openxmlformats.org/officeDocument/2006/relationships/tags" Target="../tags/tag208.xml"/><Relationship Id="rId12" Type="http://schemas.openxmlformats.org/officeDocument/2006/relationships/tags" Target="../tags/tag207.xml"/><Relationship Id="rId11" Type="http://schemas.openxmlformats.org/officeDocument/2006/relationships/tags" Target="../tags/tag206.xml"/><Relationship Id="rId10" Type="http://schemas.openxmlformats.org/officeDocument/2006/relationships/tags" Target="../tags/tag205.xm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217.xml"/><Relationship Id="rId8" Type="http://schemas.openxmlformats.org/officeDocument/2006/relationships/tags" Target="../tags/tag216.xml"/><Relationship Id="rId7" Type="http://schemas.openxmlformats.org/officeDocument/2006/relationships/tags" Target="../tags/tag215.xml"/><Relationship Id="rId6" Type="http://schemas.openxmlformats.org/officeDocument/2006/relationships/tags" Target="../tags/tag214.xml"/><Relationship Id="rId5" Type="http://schemas.openxmlformats.org/officeDocument/2006/relationships/tags" Target="../tags/tag213.xml"/><Relationship Id="rId4" Type="http://schemas.openxmlformats.org/officeDocument/2006/relationships/tags" Target="../tags/tag212.xml"/><Relationship Id="rId3" Type="http://schemas.openxmlformats.org/officeDocument/2006/relationships/tags" Target="../tags/tag211.xml"/><Relationship Id="rId2" Type="http://schemas.openxmlformats.org/officeDocument/2006/relationships/tags" Target="../tags/tag210.xml"/><Relationship Id="rId17" Type="http://schemas.openxmlformats.org/officeDocument/2006/relationships/tags" Target="../tags/tag225.xml"/><Relationship Id="rId16" Type="http://schemas.openxmlformats.org/officeDocument/2006/relationships/tags" Target="../tags/tag224.xml"/><Relationship Id="rId15" Type="http://schemas.openxmlformats.org/officeDocument/2006/relationships/tags" Target="../tags/tag223.xml"/><Relationship Id="rId14" Type="http://schemas.openxmlformats.org/officeDocument/2006/relationships/tags" Target="../tags/tag222.xml"/><Relationship Id="rId13" Type="http://schemas.openxmlformats.org/officeDocument/2006/relationships/tags" Target="../tags/tag221.xml"/><Relationship Id="rId12" Type="http://schemas.openxmlformats.org/officeDocument/2006/relationships/tags" Target="../tags/tag220.xml"/><Relationship Id="rId11" Type="http://schemas.openxmlformats.org/officeDocument/2006/relationships/tags" Target="../tags/tag219.xml"/><Relationship Id="rId10" Type="http://schemas.openxmlformats.org/officeDocument/2006/relationships/tags" Target="../tags/tag218.xml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233.xml"/><Relationship Id="rId8" Type="http://schemas.openxmlformats.org/officeDocument/2006/relationships/tags" Target="../tags/tag232.xml"/><Relationship Id="rId7" Type="http://schemas.openxmlformats.org/officeDocument/2006/relationships/tags" Target="../tags/tag231.xml"/><Relationship Id="rId6" Type="http://schemas.openxmlformats.org/officeDocument/2006/relationships/tags" Target="../tags/tag230.xml"/><Relationship Id="rId5" Type="http://schemas.openxmlformats.org/officeDocument/2006/relationships/tags" Target="../tags/tag229.xml"/><Relationship Id="rId4" Type="http://schemas.openxmlformats.org/officeDocument/2006/relationships/tags" Target="../tags/tag228.xml"/><Relationship Id="rId3" Type="http://schemas.openxmlformats.org/officeDocument/2006/relationships/tags" Target="../tags/tag227.xml"/><Relationship Id="rId2" Type="http://schemas.openxmlformats.org/officeDocument/2006/relationships/tags" Target="../tags/tag226.xml"/><Relationship Id="rId12" Type="http://schemas.openxmlformats.org/officeDocument/2006/relationships/tags" Target="../tags/tag236.xml"/><Relationship Id="rId11" Type="http://schemas.openxmlformats.org/officeDocument/2006/relationships/tags" Target="../tags/tag235.xml"/><Relationship Id="rId10" Type="http://schemas.openxmlformats.org/officeDocument/2006/relationships/tags" Target="../tags/tag234.xml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244.xml"/><Relationship Id="rId8" Type="http://schemas.openxmlformats.org/officeDocument/2006/relationships/tags" Target="../tags/tag243.xml"/><Relationship Id="rId7" Type="http://schemas.openxmlformats.org/officeDocument/2006/relationships/tags" Target="../tags/tag242.xml"/><Relationship Id="rId6" Type="http://schemas.openxmlformats.org/officeDocument/2006/relationships/tags" Target="../tags/tag241.xml"/><Relationship Id="rId5" Type="http://schemas.openxmlformats.org/officeDocument/2006/relationships/tags" Target="../tags/tag240.xml"/><Relationship Id="rId4" Type="http://schemas.openxmlformats.org/officeDocument/2006/relationships/tags" Target="../tags/tag239.xml"/><Relationship Id="rId3" Type="http://schemas.openxmlformats.org/officeDocument/2006/relationships/tags" Target="../tags/tag238.xml"/><Relationship Id="rId2" Type="http://schemas.openxmlformats.org/officeDocument/2006/relationships/tags" Target="../tags/tag237.xml"/><Relationship Id="rId14" Type="http://schemas.openxmlformats.org/officeDocument/2006/relationships/tags" Target="../tags/tag249.xml"/><Relationship Id="rId13" Type="http://schemas.openxmlformats.org/officeDocument/2006/relationships/tags" Target="../tags/tag248.xml"/><Relationship Id="rId12" Type="http://schemas.openxmlformats.org/officeDocument/2006/relationships/tags" Target="../tags/tag247.xml"/><Relationship Id="rId11" Type="http://schemas.openxmlformats.org/officeDocument/2006/relationships/tags" Target="../tags/tag246.xml"/><Relationship Id="rId10" Type="http://schemas.openxmlformats.org/officeDocument/2006/relationships/tags" Target="../tags/tag245.xml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257.xml"/><Relationship Id="rId8" Type="http://schemas.openxmlformats.org/officeDocument/2006/relationships/tags" Target="../tags/tag256.xml"/><Relationship Id="rId7" Type="http://schemas.openxmlformats.org/officeDocument/2006/relationships/tags" Target="../tags/tag255.xml"/><Relationship Id="rId6" Type="http://schemas.openxmlformats.org/officeDocument/2006/relationships/tags" Target="../tags/tag254.xml"/><Relationship Id="rId5" Type="http://schemas.openxmlformats.org/officeDocument/2006/relationships/tags" Target="../tags/tag253.xml"/><Relationship Id="rId4" Type="http://schemas.openxmlformats.org/officeDocument/2006/relationships/tags" Target="../tags/tag252.xml"/><Relationship Id="rId3" Type="http://schemas.openxmlformats.org/officeDocument/2006/relationships/tags" Target="../tags/tag251.xml"/><Relationship Id="rId2" Type="http://schemas.openxmlformats.org/officeDocument/2006/relationships/tags" Target="../tags/tag250.xml"/><Relationship Id="rId15" Type="http://schemas.openxmlformats.org/officeDocument/2006/relationships/tags" Target="../tags/tag263.xml"/><Relationship Id="rId14" Type="http://schemas.openxmlformats.org/officeDocument/2006/relationships/tags" Target="../tags/tag262.xml"/><Relationship Id="rId13" Type="http://schemas.openxmlformats.org/officeDocument/2006/relationships/tags" Target="../tags/tag261.xml"/><Relationship Id="rId12" Type="http://schemas.openxmlformats.org/officeDocument/2006/relationships/tags" Target="../tags/tag260.xml"/><Relationship Id="rId11" Type="http://schemas.openxmlformats.org/officeDocument/2006/relationships/tags" Target="../tags/tag259.xml"/><Relationship Id="rId10" Type="http://schemas.openxmlformats.org/officeDocument/2006/relationships/tags" Target="../tags/tag258.xml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271.xml"/><Relationship Id="rId8" Type="http://schemas.openxmlformats.org/officeDocument/2006/relationships/tags" Target="../tags/tag270.xml"/><Relationship Id="rId7" Type="http://schemas.openxmlformats.org/officeDocument/2006/relationships/tags" Target="../tags/tag269.xml"/><Relationship Id="rId6" Type="http://schemas.openxmlformats.org/officeDocument/2006/relationships/tags" Target="../tags/tag268.xml"/><Relationship Id="rId5" Type="http://schemas.openxmlformats.org/officeDocument/2006/relationships/tags" Target="../tags/tag267.xml"/><Relationship Id="rId4" Type="http://schemas.openxmlformats.org/officeDocument/2006/relationships/tags" Target="../tags/tag266.xml"/><Relationship Id="rId3" Type="http://schemas.openxmlformats.org/officeDocument/2006/relationships/tags" Target="../tags/tag265.xml"/><Relationship Id="rId2" Type="http://schemas.openxmlformats.org/officeDocument/2006/relationships/tags" Target="../tags/tag264.xml"/><Relationship Id="rId11" Type="http://schemas.openxmlformats.org/officeDocument/2006/relationships/tags" Target="../tags/tag273.xml"/><Relationship Id="rId10" Type="http://schemas.openxmlformats.org/officeDocument/2006/relationships/tags" Target="../tags/tag272.xml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281.xml"/><Relationship Id="rId8" Type="http://schemas.openxmlformats.org/officeDocument/2006/relationships/tags" Target="../tags/tag280.xml"/><Relationship Id="rId7" Type="http://schemas.openxmlformats.org/officeDocument/2006/relationships/tags" Target="../tags/tag279.xml"/><Relationship Id="rId6" Type="http://schemas.openxmlformats.org/officeDocument/2006/relationships/tags" Target="../tags/tag278.xml"/><Relationship Id="rId5" Type="http://schemas.openxmlformats.org/officeDocument/2006/relationships/tags" Target="../tags/tag277.xml"/><Relationship Id="rId4" Type="http://schemas.openxmlformats.org/officeDocument/2006/relationships/tags" Target="../tags/tag276.xml"/><Relationship Id="rId3" Type="http://schemas.openxmlformats.org/officeDocument/2006/relationships/tags" Target="../tags/tag275.xml"/><Relationship Id="rId2" Type="http://schemas.openxmlformats.org/officeDocument/2006/relationships/tags" Target="../tags/tag274.xml"/><Relationship Id="rId17" Type="http://schemas.openxmlformats.org/officeDocument/2006/relationships/tags" Target="../tags/tag289.xml"/><Relationship Id="rId16" Type="http://schemas.openxmlformats.org/officeDocument/2006/relationships/tags" Target="../tags/tag288.xml"/><Relationship Id="rId15" Type="http://schemas.openxmlformats.org/officeDocument/2006/relationships/tags" Target="../tags/tag287.xml"/><Relationship Id="rId14" Type="http://schemas.openxmlformats.org/officeDocument/2006/relationships/tags" Target="../tags/tag286.xml"/><Relationship Id="rId13" Type="http://schemas.openxmlformats.org/officeDocument/2006/relationships/tags" Target="../tags/tag285.xml"/><Relationship Id="rId12" Type="http://schemas.openxmlformats.org/officeDocument/2006/relationships/tags" Target="../tags/tag284.xml"/><Relationship Id="rId11" Type="http://schemas.openxmlformats.org/officeDocument/2006/relationships/tags" Target="../tags/tag283.xml"/><Relationship Id="rId10" Type="http://schemas.openxmlformats.org/officeDocument/2006/relationships/tags" Target="../tags/tag282.xml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297.xml"/><Relationship Id="rId8" Type="http://schemas.openxmlformats.org/officeDocument/2006/relationships/tags" Target="../tags/tag296.xml"/><Relationship Id="rId7" Type="http://schemas.openxmlformats.org/officeDocument/2006/relationships/tags" Target="../tags/tag295.xml"/><Relationship Id="rId6" Type="http://schemas.openxmlformats.org/officeDocument/2006/relationships/tags" Target="../tags/tag294.xml"/><Relationship Id="rId5" Type="http://schemas.openxmlformats.org/officeDocument/2006/relationships/tags" Target="../tags/tag293.xml"/><Relationship Id="rId4" Type="http://schemas.openxmlformats.org/officeDocument/2006/relationships/tags" Target="../tags/tag292.xml"/><Relationship Id="rId3" Type="http://schemas.openxmlformats.org/officeDocument/2006/relationships/tags" Target="../tags/tag291.xml"/><Relationship Id="rId2" Type="http://schemas.openxmlformats.org/officeDocument/2006/relationships/tags" Target="../tags/tag290.xml"/><Relationship Id="rId12" Type="http://schemas.openxmlformats.org/officeDocument/2006/relationships/tags" Target="../tags/tag300.xml"/><Relationship Id="rId11" Type="http://schemas.openxmlformats.org/officeDocument/2006/relationships/tags" Target="../tags/tag299.xml"/><Relationship Id="rId10" Type="http://schemas.openxmlformats.org/officeDocument/2006/relationships/tags" Target="../tags/tag298.xml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308.xml"/><Relationship Id="rId8" Type="http://schemas.openxmlformats.org/officeDocument/2006/relationships/tags" Target="../tags/tag307.xml"/><Relationship Id="rId7" Type="http://schemas.openxmlformats.org/officeDocument/2006/relationships/tags" Target="../tags/tag306.xml"/><Relationship Id="rId6" Type="http://schemas.openxmlformats.org/officeDocument/2006/relationships/tags" Target="../tags/tag305.xml"/><Relationship Id="rId5" Type="http://schemas.openxmlformats.org/officeDocument/2006/relationships/tags" Target="../tags/tag304.xml"/><Relationship Id="rId4" Type="http://schemas.openxmlformats.org/officeDocument/2006/relationships/tags" Target="../tags/tag303.xml"/><Relationship Id="rId3" Type="http://schemas.openxmlformats.org/officeDocument/2006/relationships/tags" Target="../tags/tag302.xml"/><Relationship Id="rId2" Type="http://schemas.openxmlformats.org/officeDocument/2006/relationships/tags" Target="../tags/tag301.xml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316.xml"/><Relationship Id="rId8" Type="http://schemas.openxmlformats.org/officeDocument/2006/relationships/tags" Target="../tags/tag315.xml"/><Relationship Id="rId7" Type="http://schemas.openxmlformats.org/officeDocument/2006/relationships/tags" Target="../tags/tag314.xml"/><Relationship Id="rId6" Type="http://schemas.openxmlformats.org/officeDocument/2006/relationships/tags" Target="../tags/tag313.xml"/><Relationship Id="rId5" Type="http://schemas.openxmlformats.org/officeDocument/2006/relationships/tags" Target="../tags/tag312.xml"/><Relationship Id="rId4" Type="http://schemas.openxmlformats.org/officeDocument/2006/relationships/tags" Target="../tags/tag311.xml"/><Relationship Id="rId3" Type="http://schemas.openxmlformats.org/officeDocument/2006/relationships/tags" Target="../tags/tag310.xml"/><Relationship Id="rId2" Type="http://schemas.openxmlformats.org/officeDocument/2006/relationships/tags" Target="../tags/tag309.xml"/><Relationship Id="rId13" Type="http://schemas.openxmlformats.org/officeDocument/2006/relationships/tags" Target="../tags/tag320.xml"/><Relationship Id="rId12" Type="http://schemas.openxmlformats.org/officeDocument/2006/relationships/tags" Target="../tags/tag319.xml"/><Relationship Id="rId11" Type="http://schemas.openxmlformats.org/officeDocument/2006/relationships/tags" Target="../tags/tag318.xml"/><Relationship Id="rId10" Type="http://schemas.openxmlformats.org/officeDocument/2006/relationships/tags" Target="../tags/tag317.xml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328.xml"/><Relationship Id="rId8" Type="http://schemas.openxmlformats.org/officeDocument/2006/relationships/tags" Target="../tags/tag327.xml"/><Relationship Id="rId7" Type="http://schemas.openxmlformats.org/officeDocument/2006/relationships/tags" Target="../tags/tag326.xml"/><Relationship Id="rId6" Type="http://schemas.openxmlformats.org/officeDocument/2006/relationships/tags" Target="../tags/tag325.xml"/><Relationship Id="rId5" Type="http://schemas.openxmlformats.org/officeDocument/2006/relationships/tags" Target="../tags/tag324.xml"/><Relationship Id="rId4" Type="http://schemas.openxmlformats.org/officeDocument/2006/relationships/tags" Target="../tags/tag323.xml"/><Relationship Id="rId3" Type="http://schemas.openxmlformats.org/officeDocument/2006/relationships/tags" Target="../tags/tag322.xml"/><Relationship Id="rId2" Type="http://schemas.openxmlformats.org/officeDocument/2006/relationships/tags" Target="../tags/tag321.xml"/><Relationship Id="rId13" Type="http://schemas.openxmlformats.org/officeDocument/2006/relationships/tags" Target="../tags/tag332.xml"/><Relationship Id="rId12" Type="http://schemas.openxmlformats.org/officeDocument/2006/relationships/tags" Target="../tags/tag331.xml"/><Relationship Id="rId11" Type="http://schemas.openxmlformats.org/officeDocument/2006/relationships/tags" Target="../tags/tag330.xml"/><Relationship Id="rId10" Type="http://schemas.openxmlformats.org/officeDocument/2006/relationships/tags" Target="../tags/tag329.xml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340.xml"/><Relationship Id="rId8" Type="http://schemas.openxmlformats.org/officeDocument/2006/relationships/tags" Target="../tags/tag339.xml"/><Relationship Id="rId7" Type="http://schemas.openxmlformats.org/officeDocument/2006/relationships/tags" Target="../tags/tag338.xml"/><Relationship Id="rId6" Type="http://schemas.openxmlformats.org/officeDocument/2006/relationships/tags" Target="../tags/tag337.xml"/><Relationship Id="rId5" Type="http://schemas.openxmlformats.org/officeDocument/2006/relationships/tags" Target="../tags/tag336.xml"/><Relationship Id="rId4" Type="http://schemas.openxmlformats.org/officeDocument/2006/relationships/tags" Target="../tags/tag335.xml"/><Relationship Id="rId3" Type="http://schemas.openxmlformats.org/officeDocument/2006/relationships/tags" Target="../tags/tag334.xml"/><Relationship Id="rId2" Type="http://schemas.openxmlformats.org/officeDocument/2006/relationships/tags" Target="../tags/tag333.xml"/><Relationship Id="rId13" Type="http://schemas.openxmlformats.org/officeDocument/2006/relationships/tags" Target="../tags/tag344.xml"/><Relationship Id="rId12" Type="http://schemas.openxmlformats.org/officeDocument/2006/relationships/tags" Target="../tags/tag343.xml"/><Relationship Id="rId11" Type="http://schemas.openxmlformats.org/officeDocument/2006/relationships/tags" Target="../tags/tag342.xml"/><Relationship Id="rId10" Type="http://schemas.openxmlformats.org/officeDocument/2006/relationships/tags" Target="../tags/tag341.xml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9" Type="http://schemas.openxmlformats.org/officeDocument/2006/relationships/tags" Target="../tags/tag352.xml"/><Relationship Id="rId8" Type="http://schemas.openxmlformats.org/officeDocument/2006/relationships/tags" Target="../tags/tag351.xml"/><Relationship Id="rId7" Type="http://schemas.openxmlformats.org/officeDocument/2006/relationships/tags" Target="../tags/tag350.xml"/><Relationship Id="rId6" Type="http://schemas.openxmlformats.org/officeDocument/2006/relationships/tags" Target="../tags/tag349.xml"/><Relationship Id="rId5" Type="http://schemas.openxmlformats.org/officeDocument/2006/relationships/tags" Target="../tags/tag348.xml"/><Relationship Id="rId4" Type="http://schemas.openxmlformats.org/officeDocument/2006/relationships/tags" Target="../tags/tag347.xml"/><Relationship Id="rId3" Type="http://schemas.openxmlformats.org/officeDocument/2006/relationships/tags" Target="../tags/tag346.xml"/><Relationship Id="rId2" Type="http://schemas.openxmlformats.org/officeDocument/2006/relationships/tags" Target="../tags/tag345.xml"/><Relationship Id="rId12" Type="http://schemas.openxmlformats.org/officeDocument/2006/relationships/tags" Target="../tags/tag355.xml"/><Relationship Id="rId11" Type="http://schemas.openxmlformats.org/officeDocument/2006/relationships/tags" Target="../tags/tag354.xml"/><Relationship Id="rId10" Type="http://schemas.openxmlformats.org/officeDocument/2006/relationships/tags" Target="../tags/tag353.xml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9" Type="http://schemas.openxmlformats.org/officeDocument/2006/relationships/tags" Target="../tags/tag363.xml"/><Relationship Id="rId8" Type="http://schemas.openxmlformats.org/officeDocument/2006/relationships/tags" Target="../tags/tag362.xml"/><Relationship Id="rId7" Type="http://schemas.openxmlformats.org/officeDocument/2006/relationships/tags" Target="../tags/tag361.xml"/><Relationship Id="rId6" Type="http://schemas.openxmlformats.org/officeDocument/2006/relationships/tags" Target="../tags/tag360.xml"/><Relationship Id="rId5" Type="http://schemas.openxmlformats.org/officeDocument/2006/relationships/tags" Target="../tags/tag359.xml"/><Relationship Id="rId4" Type="http://schemas.openxmlformats.org/officeDocument/2006/relationships/tags" Target="../tags/tag358.xml"/><Relationship Id="rId3" Type="http://schemas.openxmlformats.org/officeDocument/2006/relationships/tags" Target="../tags/tag357.xml"/><Relationship Id="rId2" Type="http://schemas.openxmlformats.org/officeDocument/2006/relationships/tags" Target="../tags/tag356.xml"/><Relationship Id="rId15" Type="http://schemas.openxmlformats.org/officeDocument/2006/relationships/tags" Target="../tags/tag369.xml"/><Relationship Id="rId14" Type="http://schemas.openxmlformats.org/officeDocument/2006/relationships/tags" Target="../tags/tag368.xml"/><Relationship Id="rId13" Type="http://schemas.openxmlformats.org/officeDocument/2006/relationships/tags" Target="../tags/tag367.xml"/><Relationship Id="rId12" Type="http://schemas.openxmlformats.org/officeDocument/2006/relationships/tags" Target="../tags/tag366.xml"/><Relationship Id="rId11" Type="http://schemas.openxmlformats.org/officeDocument/2006/relationships/tags" Target="../tags/tag365.xml"/><Relationship Id="rId10" Type="http://schemas.openxmlformats.org/officeDocument/2006/relationships/tags" Target="../tags/tag364.xml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9" Type="http://schemas.openxmlformats.org/officeDocument/2006/relationships/tags" Target="../tags/tag377.xml"/><Relationship Id="rId8" Type="http://schemas.openxmlformats.org/officeDocument/2006/relationships/tags" Target="../tags/tag376.xml"/><Relationship Id="rId7" Type="http://schemas.openxmlformats.org/officeDocument/2006/relationships/tags" Target="../tags/tag375.xml"/><Relationship Id="rId6" Type="http://schemas.openxmlformats.org/officeDocument/2006/relationships/tags" Target="../tags/tag374.xml"/><Relationship Id="rId5" Type="http://schemas.openxmlformats.org/officeDocument/2006/relationships/tags" Target="../tags/tag373.xml"/><Relationship Id="rId4" Type="http://schemas.openxmlformats.org/officeDocument/2006/relationships/tags" Target="../tags/tag372.xml"/><Relationship Id="rId3" Type="http://schemas.openxmlformats.org/officeDocument/2006/relationships/tags" Target="../tags/tag371.xml"/><Relationship Id="rId2" Type="http://schemas.openxmlformats.org/officeDocument/2006/relationships/tags" Target="../tags/tag370.xml"/><Relationship Id="rId18" Type="http://schemas.openxmlformats.org/officeDocument/2006/relationships/tags" Target="../tags/tag386.xml"/><Relationship Id="rId17" Type="http://schemas.openxmlformats.org/officeDocument/2006/relationships/tags" Target="../tags/tag385.xml"/><Relationship Id="rId16" Type="http://schemas.openxmlformats.org/officeDocument/2006/relationships/tags" Target="../tags/tag384.xml"/><Relationship Id="rId15" Type="http://schemas.openxmlformats.org/officeDocument/2006/relationships/tags" Target="../tags/tag383.xml"/><Relationship Id="rId14" Type="http://schemas.openxmlformats.org/officeDocument/2006/relationships/tags" Target="../tags/tag382.xml"/><Relationship Id="rId13" Type="http://schemas.openxmlformats.org/officeDocument/2006/relationships/tags" Target="../tags/tag381.xml"/><Relationship Id="rId12" Type="http://schemas.openxmlformats.org/officeDocument/2006/relationships/tags" Target="../tags/tag380.xml"/><Relationship Id="rId11" Type="http://schemas.openxmlformats.org/officeDocument/2006/relationships/tags" Target="../tags/tag379.xml"/><Relationship Id="rId10" Type="http://schemas.openxmlformats.org/officeDocument/2006/relationships/tags" Target="../tags/tag378.xml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9" Type="http://schemas.openxmlformats.org/officeDocument/2006/relationships/tags" Target="../tags/tag394.xml"/><Relationship Id="rId8" Type="http://schemas.openxmlformats.org/officeDocument/2006/relationships/tags" Target="../tags/tag393.xml"/><Relationship Id="rId7" Type="http://schemas.openxmlformats.org/officeDocument/2006/relationships/tags" Target="../tags/tag392.xml"/><Relationship Id="rId6" Type="http://schemas.openxmlformats.org/officeDocument/2006/relationships/tags" Target="../tags/tag391.xml"/><Relationship Id="rId5" Type="http://schemas.openxmlformats.org/officeDocument/2006/relationships/tags" Target="../tags/tag390.xml"/><Relationship Id="rId4" Type="http://schemas.openxmlformats.org/officeDocument/2006/relationships/tags" Target="../tags/tag389.xml"/><Relationship Id="rId3" Type="http://schemas.openxmlformats.org/officeDocument/2006/relationships/tags" Target="../tags/tag388.xml"/><Relationship Id="rId2" Type="http://schemas.openxmlformats.org/officeDocument/2006/relationships/tags" Target="../tags/tag387.xml"/><Relationship Id="rId17" Type="http://schemas.openxmlformats.org/officeDocument/2006/relationships/tags" Target="../tags/tag402.xml"/><Relationship Id="rId16" Type="http://schemas.openxmlformats.org/officeDocument/2006/relationships/tags" Target="../tags/tag401.xml"/><Relationship Id="rId15" Type="http://schemas.openxmlformats.org/officeDocument/2006/relationships/tags" Target="../tags/tag400.xml"/><Relationship Id="rId14" Type="http://schemas.openxmlformats.org/officeDocument/2006/relationships/tags" Target="../tags/tag399.xml"/><Relationship Id="rId13" Type="http://schemas.openxmlformats.org/officeDocument/2006/relationships/tags" Target="../tags/tag398.xml"/><Relationship Id="rId12" Type="http://schemas.openxmlformats.org/officeDocument/2006/relationships/tags" Target="../tags/tag397.xml"/><Relationship Id="rId11" Type="http://schemas.openxmlformats.org/officeDocument/2006/relationships/tags" Target="../tags/tag396.xml"/><Relationship Id="rId10" Type="http://schemas.openxmlformats.org/officeDocument/2006/relationships/tags" Target="../tags/tag395.xml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9" Type="http://schemas.openxmlformats.org/officeDocument/2006/relationships/tags" Target="../tags/tag410.xml"/><Relationship Id="rId8" Type="http://schemas.openxmlformats.org/officeDocument/2006/relationships/tags" Target="../tags/tag409.xml"/><Relationship Id="rId7" Type="http://schemas.openxmlformats.org/officeDocument/2006/relationships/tags" Target="../tags/tag408.xml"/><Relationship Id="rId6" Type="http://schemas.openxmlformats.org/officeDocument/2006/relationships/tags" Target="../tags/tag407.xml"/><Relationship Id="rId5" Type="http://schemas.openxmlformats.org/officeDocument/2006/relationships/tags" Target="../tags/tag406.xml"/><Relationship Id="rId4" Type="http://schemas.openxmlformats.org/officeDocument/2006/relationships/tags" Target="../tags/tag405.xml"/><Relationship Id="rId3" Type="http://schemas.openxmlformats.org/officeDocument/2006/relationships/tags" Target="../tags/tag404.xml"/><Relationship Id="rId2" Type="http://schemas.openxmlformats.org/officeDocument/2006/relationships/tags" Target="../tags/tag403.xml"/><Relationship Id="rId17" Type="http://schemas.openxmlformats.org/officeDocument/2006/relationships/tags" Target="../tags/tag418.xml"/><Relationship Id="rId16" Type="http://schemas.openxmlformats.org/officeDocument/2006/relationships/tags" Target="../tags/tag417.xml"/><Relationship Id="rId15" Type="http://schemas.openxmlformats.org/officeDocument/2006/relationships/tags" Target="../tags/tag416.xml"/><Relationship Id="rId14" Type="http://schemas.openxmlformats.org/officeDocument/2006/relationships/tags" Target="../tags/tag415.xml"/><Relationship Id="rId13" Type="http://schemas.openxmlformats.org/officeDocument/2006/relationships/tags" Target="../tags/tag414.xml"/><Relationship Id="rId12" Type="http://schemas.openxmlformats.org/officeDocument/2006/relationships/tags" Target="../tags/tag413.xml"/><Relationship Id="rId11" Type="http://schemas.openxmlformats.org/officeDocument/2006/relationships/tags" Target="../tags/tag412.xml"/><Relationship Id="rId10" Type="http://schemas.openxmlformats.org/officeDocument/2006/relationships/tags" Target="../tags/tag411.xml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9" Type="http://schemas.openxmlformats.org/officeDocument/2006/relationships/tags" Target="../tags/tag426.xml"/><Relationship Id="rId8" Type="http://schemas.openxmlformats.org/officeDocument/2006/relationships/tags" Target="../tags/tag425.xml"/><Relationship Id="rId7" Type="http://schemas.openxmlformats.org/officeDocument/2006/relationships/tags" Target="../tags/tag424.xml"/><Relationship Id="rId6" Type="http://schemas.openxmlformats.org/officeDocument/2006/relationships/tags" Target="../tags/tag423.xml"/><Relationship Id="rId5" Type="http://schemas.openxmlformats.org/officeDocument/2006/relationships/tags" Target="../tags/tag422.xml"/><Relationship Id="rId4" Type="http://schemas.openxmlformats.org/officeDocument/2006/relationships/tags" Target="../tags/tag421.xml"/><Relationship Id="rId3" Type="http://schemas.openxmlformats.org/officeDocument/2006/relationships/tags" Target="../tags/tag420.xml"/><Relationship Id="rId2" Type="http://schemas.openxmlformats.org/officeDocument/2006/relationships/tags" Target="../tags/tag419.xml"/><Relationship Id="rId14" Type="http://schemas.openxmlformats.org/officeDocument/2006/relationships/tags" Target="../tags/tag431.xml"/><Relationship Id="rId13" Type="http://schemas.openxmlformats.org/officeDocument/2006/relationships/tags" Target="../tags/tag430.xml"/><Relationship Id="rId12" Type="http://schemas.openxmlformats.org/officeDocument/2006/relationships/tags" Target="../tags/tag429.xml"/><Relationship Id="rId11" Type="http://schemas.openxmlformats.org/officeDocument/2006/relationships/tags" Target="../tags/tag428.xml"/><Relationship Id="rId10" Type="http://schemas.openxmlformats.org/officeDocument/2006/relationships/tags" Target="../tags/tag427.xml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/>
          <p:cNvSpPr/>
          <p:nvPr userDrawn="1">
            <p:custDataLst>
              <p:tags r:id="rId3"/>
            </p:custDataLst>
          </p:nvPr>
        </p:nvSpPr>
        <p:spPr>
          <a:xfrm flipV="1">
            <a:off x="0" y="4162071"/>
            <a:ext cx="3438017" cy="2695929"/>
          </a:xfrm>
          <a:custGeom>
            <a:avLst/>
            <a:gdLst>
              <a:gd name="connsiteX0" fmla="*/ 0 w 3826529"/>
              <a:gd name="connsiteY0" fmla="*/ 0 h 3201328"/>
              <a:gd name="connsiteX1" fmla="*/ 3724251 w 3826529"/>
              <a:gd name="connsiteY1" fmla="*/ 0 h 3201328"/>
              <a:gd name="connsiteX2" fmla="*/ 3745355 w 3826529"/>
              <a:gd name="connsiteY2" fmla="*/ 38993 h 3201328"/>
              <a:gd name="connsiteX3" fmla="*/ 3734162 w 3826529"/>
              <a:gd name="connsiteY3" fmla="*/ 728290 h 3201328"/>
              <a:gd name="connsiteX4" fmla="*/ 1484166 w 3826529"/>
              <a:gd name="connsiteY4" fmla="*/ 903298 h 3201328"/>
              <a:gd name="connsiteX5" fmla="*/ 734167 w 3826529"/>
              <a:gd name="connsiteY5" fmla="*/ 3028303 h 3201328"/>
              <a:gd name="connsiteX6" fmla="*/ 67185 w 3826529"/>
              <a:gd name="connsiteY6" fmla="*/ 3201070 h 3201328"/>
              <a:gd name="connsiteX7" fmla="*/ 0 w 3826529"/>
              <a:gd name="connsiteY7" fmla="*/ 3196711 h 3201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26529" h="3201328">
                <a:moveTo>
                  <a:pt x="0" y="0"/>
                </a:moveTo>
                <a:lnTo>
                  <a:pt x="3724251" y="0"/>
                </a:lnTo>
                <a:lnTo>
                  <a:pt x="3745355" y="38993"/>
                </a:lnTo>
                <a:cubicBezTo>
                  <a:pt x="3850863" y="273070"/>
                  <a:pt x="3860039" y="558661"/>
                  <a:pt x="3734162" y="728290"/>
                </a:cubicBezTo>
                <a:cubicBezTo>
                  <a:pt x="3374913" y="1212391"/>
                  <a:pt x="2188625" y="384111"/>
                  <a:pt x="1484166" y="903298"/>
                </a:cubicBezTo>
                <a:cubicBezTo>
                  <a:pt x="802698" y="1405563"/>
                  <a:pt x="1379236" y="2573921"/>
                  <a:pt x="734167" y="3028303"/>
                </a:cubicBezTo>
                <a:cubicBezTo>
                  <a:pt x="564465" y="3147834"/>
                  <a:pt x="327588" y="3205714"/>
                  <a:pt x="67185" y="3201070"/>
                </a:cubicBezTo>
                <a:lnTo>
                  <a:pt x="0" y="3196711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449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pic>
        <p:nvPicPr>
          <p:cNvPr id="5" name="图形 4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0" y="0"/>
            <a:ext cx="1171399" cy="572874"/>
          </a:xfrm>
          <a:prstGeom prst="rect">
            <a:avLst/>
          </a:prstGeom>
        </p:spPr>
      </p:pic>
      <p:pic>
        <p:nvPicPr>
          <p:cNvPr id="6" name="图形 5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57263" t="41925"/>
          <a:stretch>
            <a:fillRect/>
          </a:stretch>
        </p:blipFill>
        <p:spPr>
          <a:xfrm>
            <a:off x="1" y="0"/>
            <a:ext cx="2362200" cy="2379081"/>
          </a:xfrm>
          <a:prstGeom prst="rect">
            <a:avLst/>
          </a:prstGeom>
        </p:spPr>
      </p:pic>
      <p:sp>
        <p:nvSpPr>
          <p:cNvPr id="10" name="任意多边形: 形状 9"/>
          <p:cNvSpPr/>
          <p:nvPr userDrawn="1">
            <p:custDataLst>
              <p:tags r:id="rId10"/>
            </p:custDataLst>
          </p:nvPr>
        </p:nvSpPr>
        <p:spPr>
          <a:xfrm rot="16200000">
            <a:off x="402782" y="1300684"/>
            <a:ext cx="365833" cy="458662"/>
          </a:xfrm>
          <a:custGeom>
            <a:avLst/>
            <a:gdLst>
              <a:gd name="connsiteX0" fmla="*/ 83325 w 344040"/>
              <a:gd name="connsiteY0" fmla="*/ 395342 h 431339"/>
              <a:gd name="connsiteX1" fmla="*/ 74002 w 344040"/>
              <a:gd name="connsiteY1" fmla="*/ 407288 h 431339"/>
              <a:gd name="connsiteX2" fmla="*/ 52626 w 344040"/>
              <a:gd name="connsiteY2" fmla="*/ 401182 h 431339"/>
              <a:gd name="connsiteX3" fmla="*/ 64842 w 344040"/>
              <a:gd name="connsiteY3" fmla="*/ 382861 h 431339"/>
              <a:gd name="connsiteX4" fmla="*/ 73432 w 344040"/>
              <a:gd name="connsiteY4" fmla="*/ 380544 h 431339"/>
              <a:gd name="connsiteX5" fmla="*/ 81637 w 344040"/>
              <a:gd name="connsiteY5" fmla="*/ 382861 h 431339"/>
              <a:gd name="connsiteX6" fmla="*/ 83325 w 344040"/>
              <a:gd name="connsiteY6" fmla="*/ 395342 h 431339"/>
              <a:gd name="connsiteX7" fmla="*/ 118735 w 344040"/>
              <a:gd name="connsiteY7" fmla="*/ 189141 h 431339"/>
              <a:gd name="connsiteX8" fmla="*/ 81587 w 344040"/>
              <a:gd name="connsiteY8" fmla="*/ 260210 h 431339"/>
              <a:gd name="connsiteX9" fmla="*/ 1730 w 344040"/>
              <a:gd name="connsiteY9" fmla="*/ 237399 h 431339"/>
              <a:gd name="connsiteX10" fmla="*/ 47364 w 344040"/>
              <a:gd name="connsiteY10" fmla="*/ 168953 h 431339"/>
              <a:gd name="connsiteX11" fmla="*/ 79459 w 344040"/>
              <a:gd name="connsiteY11" fmla="*/ 160299 h 431339"/>
              <a:gd name="connsiteX12" fmla="*/ 110109 w 344040"/>
              <a:gd name="connsiteY12" fmla="*/ 168953 h 431339"/>
              <a:gd name="connsiteX13" fmla="*/ 118735 w 344040"/>
              <a:gd name="connsiteY13" fmla="*/ 189141 h 431339"/>
              <a:gd name="connsiteX14" fmla="*/ 206260 w 344040"/>
              <a:gd name="connsiteY14" fmla="*/ 391447 h 431339"/>
              <a:gd name="connsiteX15" fmla="*/ 198188 w 344040"/>
              <a:gd name="connsiteY15" fmla="*/ 420276 h 431339"/>
              <a:gd name="connsiteX16" fmla="*/ 154470 w 344040"/>
              <a:gd name="connsiteY16" fmla="*/ 425135 h 431339"/>
              <a:gd name="connsiteX17" fmla="*/ 147183 w 344040"/>
              <a:gd name="connsiteY17" fmla="*/ 403276 h 431339"/>
              <a:gd name="connsiteX18" fmla="*/ 164184 w 344040"/>
              <a:gd name="connsiteY18" fmla="*/ 376557 h 431339"/>
              <a:gd name="connsiteX19" fmla="*/ 193329 w 344040"/>
              <a:gd name="connsiteY19" fmla="*/ 369271 h 431339"/>
              <a:gd name="connsiteX20" fmla="*/ 206260 w 344040"/>
              <a:gd name="connsiteY20" fmla="*/ 391447 h 431339"/>
              <a:gd name="connsiteX21" fmla="*/ 227546 w 344040"/>
              <a:gd name="connsiteY21" fmla="*/ 242500 h 431339"/>
              <a:gd name="connsiteX22" fmla="*/ 196094 w 344040"/>
              <a:gd name="connsiteY22" fmla="*/ 302176 h 431339"/>
              <a:gd name="connsiteX23" fmla="*/ 128482 w 344040"/>
              <a:gd name="connsiteY23" fmla="*/ 283022 h 431339"/>
              <a:gd name="connsiteX24" fmla="*/ 167122 w 344040"/>
              <a:gd name="connsiteY24" fmla="*/ 225549 h 431339"/>
              <a:gd name="connsiteX25" fmla="*/ 194292 w 344040"/>
              <a:gd name="connsiteY25" fmla="*/ 218283 h 431339"/>
              <a:gd name="connsiteX26" fmla="*/ 220242 w 344040"/>
              <a:gd name="connsiteY26" fmla="*/ 225549 h 431339"/>
              <a:gd name="connsiteX27" fmla="*/ 227546 w 344040"/>
              <a:gd name="connsiteY27" fmla="*/ 242500 h 431339"/>
              <a:gd name="connsiteX28" fmla="*/ 265945 w 344040"/>
              <a:gd name="connsiteY28" fmla="*/ 55617 h 431339"/>
              <a:gd name="connsiteX29" fmla="*/ 246990 w 344040"/>
              <a:gd name="connsiteY29" fmla="*/ 123319 h 431339"/>
              <a:gd name="connsiteX30" fmla="*/ 144322 w 344040"/>
              <a:gd name="connsiteY30" fmla="*/ 134731 h 431339"/>
              <a:gd name="connsiteX31" fmla="*/ 127210 w 344040"/>
              <a:gd name="connsiteY31" fmla="*/ 83397 h 431339"/>
              <a:gd name="connsiteX32" fmla="*/ 167133 w 344040"/>
              <a:gd name="connsiteY32" fmla="*/ 20651 h 431339"/>
              <a:gd name="connsiteX33" fmla="*/ 214704 w 344040"/>
              <a:gd name="connsiteY33" fmla="*/ 190 h 431339"/>
              <a:gd name="connsiteX34" fmla="*/ 235579 w 344040"/>
              <a:gd name="connsiteY34" fmla="*/ 3540 h 431339"/>
              <a:gd name="connsiteX35" fmla="*/ 265945 w 344040"/>
              <a:gd name="connsiteY35" fmla="*/ 55617 h 431339"/>
              <a:gd name="connsiteX36" fmla="*/ 343679 w 344040"/>
              <a:gd name="connsiteY36" fmla="*/ 139956 h 431339"/>
              <a:gd name="connsiteX37" fmla="*/ 312227 w 344040"/>
              <a:gd name="connsiteY37" fmla="*/ 199636 h 431339"/>
              <a:gd name="connsiteX38" fmla="*/ 244615 w 344040"/>
              <a:gd name="connsiteY38" fmla="*/ 180483 h 431339"/>
              <a:gd name="connsiteX39" fmla="*/ 244615 w 344040"/>
              <a:gd name="connsiteY39" fmla="*/ 180471 h 431339"/>
              <a:gd name="connsiteX40" fmla="*/ 283255 w 344040"/>
              <a:gd name="connsiteY40" fmla="*/ 122998 h 431339"/>
              <a:gd name="connsiteX41" fmla="*/ 310425 w 344040"/>
              <a:gd name="connsiteY41" fmla="*/ 115732 h 431339"/>
              <a:gd name="connsiteX42" fmla="*/ 336375 w 344040"/>
              <a:gd name="connsiteY42" fmla="*/ 122998 h 431339"/>
              <a:gd name="connsiteX43" fmla="*/ 343679 w 344040"/>
              <a:gd name="connsiteY43" fmla="*/ 139956 h 431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344040" h="431339">
                <a:moveTo>
                  <a:pt x="83325" y="395342"/>
                </a:moveTo>
                <a:cubicBezTo>
                  <a:pt x="81975" y="400217"/>
                  <a:pt x="78789" y="405003"/>
                  <a:pt x="74002" y="407288"/>
                </a:cubicBezTo>
                <a:cubicBezTo>
                  <a:pt x="66341" y="410943"/>
                  <a:pt x="55034" y="407983"/>
                  <a:pt x="52626" y="401182"/>
                </a:cubicBezTo>
                <a:cubicBezTo>
                  <a:pt x="50153" y="394196"/>
                  <a:pt x="58074" y="386032"/>
                  <a:pt x="64842" y="382861"/>
                </a:cubicBezTo>
                <a:cubicBezTo>
                  <a:pt x="67073" y="381814"/>
                  <a:pt x="70285" y="380793"/>
                  <a:pt x="73432" y="380544"/>
                </a:cubicBezTo>
                <a:cubicBezTo>
                  <a:pt x="76580" y="380294"/>
                  <a:pt x="79663" y="380818"/>
                  <a:pt x="81637" y="382861"/>
                </a:cubicBezTo>
                <a:cubicBezTo>
                  <a:pt x="84192" y="385503"/>
                  <a:pt x="84676" y="390467"/>
                  <a:pt x="83325" y="395342"/>
                </a:cubicBezTo>
                <a:close/>
                <a:moveTo>
                  <a:pt x="118735" y="189141"/>
                </a:moveTo>
                <a:cubicBezTo>
                  <a:pt x="121780" y="213582"/>
                  <a:pt x="108409" y="247409"/>
                  <a:pt x="81587" y="260210"/>
                </a:cubicBezTo>
                <a:cubicBezTo>
                  <a:pt x="52968" y="273867"/>
                  <a:pt x="10724" y="262809"/>
                  <a:pt x="1730" y="237399"/>
                </a:cubicBezTo>
                <a:cubicBezTo>
                  <a:pt x="-7510" y="211304"/>
                  <a:pt x="22082" y="180803"/>
                  <a:pt x="47364" y="168953"/>
                </a:cubicBezTo>
                <a:cubicBezTo>
                  <a:pt x="55701" y="165044"/>
                  <a:pt x="67700" y="161229"/>
                  <a:pt x="79459" y="160299"/>
                </a:cubicBezTo>
                <a:cubicBezTo>
                  <a:pt x="91218" y="159368"/>
                  <a:pt x="102736" y="161322"/>
                  <a:pt x="110109" y="168953"/>
                </a:cubicBezTo>
                <a:cubicBezTo>
                  <a:pt x="114882" y="173889"/>
                  <a:pt x="117721" y="180993"/>
                  <a:pt x="118735" y="189141"/>
                </a:cubicBezTo>
                <a:close/>
                <a:moveTo>
                  <a:pt x="206260" y="391447"/>
                </a:moveTo>
                <a:cubicBezTo>
                  <a:pt x="207492" y="401438"/>
                  <a:pt x="205224" y="412538"/>
                  <a:pt x="198188" y="420276"/>
                </a:cubicBezTo>
                <a:cubicBezTo>
                  <a:pt x="187254" y="432303"/>
                  <a:pt x="165513" y="435427"/>
                  <a:pt x="154470" y="425135"/>
                </a:cubicBezTo>
                <a:cubicBezTo>
                  <a:pt x="146259" y="417480"/>
                  <a:pt x="147051" y="405289"/>
                  <a:pt x="147183" y="403276"/>
                </a:cubicBezTo>
                <a:cubicBezTo>
                  <a:pt x="148185" y="387893"/>
                  <a:pt x="160609" y="379090"/>
                  <a:pt x="164184" y="376557"/>
                </a:cubicBezTo>
                <a:cubicBezTo>
                  <a:pt x="167253" y="374385"/>
                  <a:pt x="182030" y="363916"/>
                  <a:pt x="193329" y="369271"/>
                </a:cubicBezTo>
                <a:cubicBezTo>
                  <a:pt x="200294" y="372572"/>
                  <a:pt x="205027" y="381455"/>
                  <a:pt x="206260" y="391447"/>
                </a:cubicBezTo>
                <a:close/>
                <a:moveTo>
                  <a:pt x="227546" y="242500"/>
                </a:moveTo>
                <a:cubicBezTo>
                  <a:pt x="230125" y="263024"/>
                  <a:pt x="218809" y="291428"/>
                  <a:pt x="196094" y="302176"/>
                </a:cubicBezTo>
                <a:cubicBezTo>
                  <a:pt x="171871" y="313652"/>
                  <a:pt x="136097" y="304358"/>
                  <a:pt x="128482" y="283022"/>
                </a:cubicBezTo>
                <a:cubicBezTo>
                  <a:pt x="120665" y="261120"/>
                  <a:pt x="145722" y="235496"/>
                  <a:pt x="167122" y="225549"/>
                </a:cubicBezTo>
                <a:cubicBezTo>
                  <a:pt x="174181" y="222266"/>
                  <a:pt x="184338" y="219063"/>
                  <a:pt x="194292" y="218283"/>
                </a:cubicBezTo>
                <a:cubicBezTo>
                  <a:pt x="204246" y="217502"/>
                  <a:pt x="213997" y="219143"/>
                  <a:pt x="220242" y="225549"/>
                </a:cubicBezTo>
                <a:cubicBezTo>
                  <a:pt x="224282" y="229693"/>
                  <a:pt x="226686" y="235659"/>
                  <a:pt x="227546" y="242500"/>
                </a:cubicBezTo>
                <a:close/>
                <a:moveTo>
                  <a:pt x="265945" y="55617"/>
                </a:moveTo>
                <a:cubicBezTo>
                  <a:pt x="268839" y="79081"/>
                  <a:pt x="263513" y="105149"/>
                  <a:pt x="246990" y="123319"/>
                </a:cubicBezTo>
                <a:cubicBezTo>
                  <a:pt x="221312" y="151564"/>
                  <a:pt x="170256" y="158901"/>
                  <a:pt x="144322" y="134731"/>
                </a:cubicBezTo>
                <a:cubicBezTo>
                  <a:pt x="125039" y="116753"/>
                  <a:pt x="126900" y="88124"/>
                  <a:pt x="127210" y="83397"/>
                </a:cubicBezTo>
                <a:cubicBezTo>
                  <a:pt x="129563" y="47270"/>
                  <a:pt x="158738" y="26597"/>
                  <a:pt x="167133" y="20651"/>
                </a:cubicBezTo>
                <a:cubicBezTo>
                  <a:pt x="172539" y="16825"/>
                  <a:pt x="193411" y="2039"/>
                  <a:pt x="214704" y="190"/>
                </a:cubicBezTo>
                <a:cubicBezTo>
                  <a:pt x="221801" y="-426"/>
                  <a:pt x="228945" y="395"/>
                  <a:pt x="235579" y="3540"/>
                </a:cubicBezTo>
                <a:cubicBezTo>
                  <a:pt x="251936" y="11293"/>
                  <a:pt x="263051" y="32153"/>
                  <a:pt x="265945" y="55617"/>
                </a:cubicBezTo>
                <a:close/>
                <a:moveTo>
                  <a:pt x="343679" y="139956"/>
                </a:moveTo>
                <a:cubicBezTo>
                  <a:pt x="346258" y="160484"/>
                  <a:pt x="334942" y="188888"/>
                  <a:pt x="312227" y="199636"/>
                </a:cubicBezTo>
                <a:cubicBezTo>
                  <a:pt x="288004" y="211112"/>
                  <a:pt x="252230" y="201818"/>
                  <a:pt x="244615" y="180483"/>
                </a:cubicBezTo>
                <a:lnTo>
                  <a:pt x="244615" y="180471"/>
                </a:lnTo>
                <a:cubicBezTo>
                  <a:pt x="236798" y="158569"/>
                  <a:pt x="261855" y="132945"/>
                  <a:pt x="283255" y="122998"/>
                </a:cubicBezTo>
                <a:cubicBezTo>
                  <a:pt x="290314" y="119715"/>
                  <a:pt x="300471" y="116512"/>
                  <a:pt x="310425" y="115732"/>
                </a:cubicBezTo>
                <a:cubicBezTo>
                  <a:pt x="320379" y="114951"/>
                  <a:pt x="330130" y="116592"/>
                  <a:pt x="336375" y="122998"/>
                </a:cubicBezTo>
                <a:cubicBezTo>
                  <a:pt x="340415" y="127145"/>
                  <a:pt x="342819" y="133113"/>
                  <a:pt x="343679" y="139956"/>
                </a:cubicBezTo>
                <a:close/>
              </a:path>
            </a:pathLst>
          </a:custGeom>
          <a:solidFill>
            <a:schemeClr val="accent5"/>
          </a:solidFill>
          <a:ln w="171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pic>
        <p:nvPicPr>
          <p:cNvPr id="11" name="图形 10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flipH="1">
            <a:off x="0" y="5079907"/>
            <a:ext cx="2823395" cy="1778093"/>
          </a:xfrm>
          <a:prstGeom prst="rect">
            <a:avLst/>
          </a:prstGeom>
        </p:spPr>
      </p:pic>
      <p:sp>
        <p:nvSpPr>
          <p:cNvPr id="12" name="椭圆 11"/>
          <p:cNvSpPr/>
          <p:nvPr userDrawn="1">
            <p:custDataLst>
              <p:tags r:id="rId14"/>
            </p:custDataLst>
          </p:nvPr>
        </p:nvSpPr>
        <p:spPr>
          <a:xfrm rot="10800000">
            <a:off x="11283008" y="6117868"/>
            <a:ext cx="92528" cy="9252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 userDrawn="1">
            <p:custDataLst>
              <p:tags r:id="rId15"/>
            </p:custDataLst>
          </p:nvPr>
        </p:nvSpPr>
        <p:spPr>
          <a:xfrm rot="10800000">
            <a:off x="10967704" y="6117868"/>
            <a:ext cx="92528" cy="9252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 userDrawn="1">
            <p:custDataLst>
              <p:tags r:id="rId16"/>
            </p:custDataLst>
          </p:nvPr>
        </p:nvSpPr>
        <p:spPr>
          <a:xfrm rot="10800000">
            <a:off x="11440660" y="6117868"/>
            <a:ext cx="92528" cy="925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 userDrawn="1">
            <p:custDataLst>
              <p:tags r:id="rId17"/>
            </p:custDataLst>
          </p:nvPr>
        </p:nvSpPr>
        <p:spPr>
          <a:xfrm rot="10800000">
            <a:off x="11125356" y="6117868"/>
            <a:ext cx="92528" cy="925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形 16"/>
          <p:cNvPicPr>
            <a:picLocks noChangeAspect="1"/>
          </p:cNvPicPr>
          <p:nvPr userDrawn="1">
            <p:custDataLst>
              <p:tags r:id="rId18"/>
            </p:custDataLst>
          </p:nvPr>
        </p:nvPicPr>
        <p:blipFill rotWithShape="1"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 t="36129"/>
          <a:stretch>
            <a:fillRect/>
          </a:stretch>
        </p:blipFill>
        <p:spPr>
          <a:xfrm flipH="1">
            <a:off x="0" y="0"/>
            <a:ext cx="1331764" cy="1365838"/>
          </a:xfrm>
          <a:prstGeom prst="rect">
            <a:avLst/>
          </a:prstGeom>
        </p:spPr>
      </p:pic>
      <p:sp>
        <p:nvSpPr>
          <p:cNvPr id="18" name="任意多边形: 形状 17"/>
          <p:cNvSpPr/>
          <p:nvPr userDrawn="1">
            <p:custDataLst>
              <p:tags r:id="rId21"/>
            </p:custDataLst>
          </p:nvPr>
        </p:nvSpPr>
        <p:spPr>
          <a:xfrm>
            <a:off x="11152439" y="0"/>
            <a:ext cx="1039561" cy="899128"/>
          </a:xfrm>
          <a:custGeom>
            <a:avLst/>
            <a:gdLst>
              <a:gd name="connsiteX0" fmla="*/ 1212407 w 1260765"/>
              <a:gd name="connsiteY0" fmla="*/ 0 h 1090450"/>
              <a:gd name="connsiteX1" fmla="*/ 1260765 w 1260765"/>
              <a:gd name="connsiteY1" fmla="*/ 0 h 1090450"/>
              <a:gd name="connsiteX2" fmla="*/ 1260765 w 1260765"/>
              <a:gd name="connsiteY2" fmla="*/ 1075843 h 1090450"/>
              <a:gd name="connsiteX3" fmla="*/ 1212407 w 1260765"/>
              <a:gd name="connsiteY3" fmla="*/ 1083223 h 1090450"/>
              <a:gd name="connsiteX4" fmla="*/ 1072990 w 1260765"/>
              <a:gd name="connsiteY4" fmla="*/ 0 h 1090450"/>
              <a:gd name="connsiteX5" fmla="*/ 1123698 w 1260765"/>
              <a:gd name="connsiteY5" fmla="*/ 0 h 1090450"/>
              <a:gd name="connsiteX6" fmla="*/ 1123698 w 1260765"/>
              <a:gd name="connsiteY6" fmla="*/ 1088771 h 1090450"/>
              <a:gd name="connsiteX7" fmla="*/ 1090450 w 1260765"/>
              <a:gd name="connsiteY7" fmla="*/ 1090450 h 1090450"/>
              <a:gd name="connsiteX8" fmla="*/ 1072990 w 1260765"/>
              <a:gd name="connsiteY8" fmla="*/ 1089569 h 1090450"/>
              <a:gd name="connsiteX9" fmla="*/ 933572 w 1260765"/>
              <a:gd name="connsiteY9" fmla="*/ 0 h 1090450"/>
              <a:gd name="connsiteX10" fmla="*/ 984281 w 1260765"/>
              <a:gd name="connsiteY10" fmla="*/ 0 h 1090450"/>
              <a:gd name="connsiteX11" fmla="*/ 984281 w 1260765"/>
              <a:gd name="connsiteY11" fmla="*/ 1085089 h 1090450"/>
              <a:gd name="connsiteX12" fmla="*/ 978958 w 1260765"/>
              <a:gd name="connsiteY12" fmla="*/ 1084820 h 1090450"/>
              <a:gd name="connsiteX13" fmla="*/ 933572 w 1260765"/>
              <a:gd name="connsiteY13" fmla="*/ 1077893 h 1090450"/>
              <a:gd name="connsiteX14" fmla="*/ 794156 w 1260765"/>
              <a:gd name="connsiteY14" fmla="*/ 0 h 1090450"/>
              <a:gd name="connsiteX15" fmla="*/ 844864 w 1260765"/>
              <a:gd name="connsiteY15" fmla="*/ 0 h 1090450"/>
              <a:gd name="connsiteX16" fmla="*/ 844864 w 1260765"/>
              <a:gd name="connsiteY16" fmla="*/ 1061656 h 1090450"/>
              <a:gd name="connsiteX17" fmla="*/ 794156 w 1260765"/>
              <a:gd name="connsiteY17" fmla="*/ 1048618 h 1090450"/>
              <a:gd name="connsiteX18" fmla="*/ 654739 w 1260765"/>
              <a:gd name="connsiteY18" fmla="*/ 0 h 1090450"/>
              <a:gd name="connsiteX19" fmla="*/ 705447 w 1260765"/>
              <a:gd name="connsiteY19" fmla="*/ 0 h 1090450"/>
              <a:gd name="connsiteX20" fmla="*/ 705447 w 1260765"/>
              <a:gd name="connsiteY20" fmla="*/ 1019196 h 1090450"/>
              <a:gd name="connsiteX21" fmla="*/ 665998 w 1260765"/>
              <a:gd name="connsiteY21" fmla="*/ 1004757 h 1090450"/>
              <a:gd name="connsiteX22" fmla="*/ 654739 w 1260765"/>
              <a:gd name="connsiteY22" fmla="*/ 999334 h 1090450"/>
              <a:gd name="connsiteX23" fmla="*/ 515322 w 1260765"/>
              <a:gd name="connsiteY23" fmla="*/ 0 h 1090450"/>
              <a:gd name="connsiteX24" fmla="*/ 566030 w 1260765"/>
              <a:gd name="connsiteY24" fmla="*/ 0 h 1090450"/>
              <a:gd name="connsiteX25" fmla="*/ 566030 w 1260765"/>
              <a:gd name="connsiteY25" fmla="*/ 956016 h 1090450"/>
              <a:gd name="connsiteX26" fmla="*/ 515322 w 1260765"/>
              <a:gd name="connsiteY26" fmla="*/ 925209 h 1090450"/>
              <a:gd name="connsiteX27" fmla="*/ 375905 w 1260765"/>
              <a:gd name="connsiteY27" fmla="*/ 0 h 1090450"/>
              <a:gd name="connsiteX28" fmla="*/ 426613 w 1260765"/>
              <a:gd name="connsiteY28" fmla="*/ 0 h 1090450"/>
              <a:gd name="connsiteX29" fmla="*/ 426613 w 1260765"/>
              <a:gd name="connsiteY29" fmla="*/ 863721 h 1090450"/>
              <a:gd name="connsiteX30" fmla="*/ 396823 w 1260765"/>
              <a:gd name="connsiteY30" fmla="*/ 841444 h 1090450"/>
              <a:gd name="connsiteX31" fmla="*/ 375905 w 1260765"/>
              <a:gd name="connsiteY31" fmla="*/ 822433 h 1090450"/>
              <a:gd name="connsiteX32" fmla="*/ 236463 w 1260765"/>
              <a:gd name="connsiteY32" fmla="*/ 0 h 1090450"/>
              <a:gd name="connsiteX33" fmla="*/ 287172 w 1260765"/>
              <a:gd name="connsiteY33" fmla="*/ 0 h 1090450"/>
              <a:gd name="connsiteX34" fmla="*/ 287172 w 1260765"/>
              <a:gd name="connsiteY34" fmla="*/ 735620 h 1090450"/>
              <a:gd name="connsiteX35" fmla="*/ 249006 w 1260765"/>
              <a:gd name="connsiteY35" fmla="*/ 693628 h 1090450"/>
              <a:gd name="connsiteX36" fmla="*/ 236463 w 1260765"/>
              <a:gd name="connsiteY36" fmla="*/ 676855 h 1090450"/>
              <a:gd name="connsiteX37" fmla="*/ 97047 w 1260765"/>
              <a:gd name="connsiteY37" fmla="*/ 0 h 1090450"/>
              <a:gd name="connsiteX38" fmla="*/ 147755 w 1260765"/>
              <a:gd name="connsiteY38" fmla="*/ 0 h 1090450"/>
              <a:gd name="connsiteX39" fmla="*/ 147755 w 1260765"/>
              <a:gd name="connsiteY39" fmla="*/ 546346 h 1090450"/>
              <a:gd name="connsiteX40" fmla="*/ 131611 w 1260765"/>
              <a:gd name="connsiteY40" fmla="*/ 519773 h 1090450"/>
              <a:gd name="connsiteX41" fmla="*/ 97047 w 1260765"/>
              <a:gd name="connsiteY41" fmla="*/ 448021 h 1090450"/>
              <a:gd name="connsiteX42" fmla="*/ 0 w 1260765"/>
              <a:gd name="connsiteY42" fmla="*/ 0 h 1090450"/>
              <a:gd name="connsiteX43" fmla="*/ 8338 w 1260765"/>
              <a:gd name="connsiteY43" fmla="*/ 0 h 1090450"/>
              <a:gd name="connsiteX44" fmla="*/ 8338 w 1260765"/>
              <a:gd name="connsiteY44" fmla="*/ 129233 h 1090450"/>
              <a:gd name="connsiteX45" fmla="*/ 5630 w 1260765"/>
              <a:gd name="connsiteY45" fmla="*/ 111492 h 1090450"/>
              <a:gd name="connsiteX46" fmla="*/ 0 w 1260765"/>
              <a:gd name="connsiteY46" fmla="*/ 0 h 1090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1260765" h="1090450">
                <a:moveTo>
                  <a:pt x="1212407" y="0"/>
                </a:moveTo>
                <a:lnTo>
                  <a:pt x="1260765" y="0"/>
                </a:lnTo>
                <a:lnTo>
                  <a:pt x="1260765" y="1075843"/>
                </a:lnTo>
                <a:lnTo>
                  <a:pt x="1212407" y="1083223"/>
                </a:lnTo>
                <a:close/>
                <a:moveTo>
                  <a:pt x="1072990" y="0"/>
                </a:moveTo>
                <a:lnTo>
                  <a:pt x="1123698" y="0"/>
                </a:lnTo>
                <a:lnTo>
                  <a:pt x="1123698" y="1088771"/>
                </a:lnTo>
                <a:lnTo>
                  <a:pt x="1090450" y="1090450"/>
                </a:lnTo>
                <a:lnTo>
                  <a:pt x="1072990" y="1089569"/>
                </a:lnTo>
                <a:close/>
                <a:moveTo>
                  <a:pt x="933572" y="0"/>
                </a:moveTo>
                <a:lnTo>
                  <a:pt x="984281" y="0"/>
                </a:lnTo>
                <a:lnTo>
                  <a:pt x="984281" y="1085089"/>
                </a:lnTo>
                <a:lnTo>
                  <a:pt x="978958" y="1084820"/>
                </a:lnTo>
                <a:lnTo>
                  <a:pt x="933572" y="1077893"/>
                </a:lnTo>
                <a:close/>
                <a:moveTo>
                  <a:pt x="794156" y="0"/>
                </a:moveTo>
                <a:lnTo>
                  <a:pt x="844864" y="0"/>
                </a:lnTo>
                <a:lnTo>
                  <a:pt x="844864" y="1061656"/>
                </a:lnTo>
                <a:lnTo>
                  <a:pt x="794156" y="1048618"/>
                </a:lnTo>
                <a:close/>
                <a:moveTo>
                  <a:pt x="654739" y="0"/>
                </a:moveTo>
                <a:lnTo>
                  <a:pt x="705447" y="0"/>
                </a:lnTo>
                <a:lnTo>
                  <a:pt x="705447" y="1019196"/>
                </a:lnTo>
                <a:lnTo>
                  <a:pt x="665998" y="1004757"/>
                </a:lnTo>
                <a:lnTo>
                  <a:pt x="654739" y="999334"/>
                </a:lnTo>
                <a:close/>
                <a:moveTo>
                  <a:pt x="515322" y="0"/>
                </a:moveTo>
                <a:lnTo>
                  <a:pt x="566030" y="0"/>
                </a:lnTo>
                <a:lnTo>
                  <a:pt x="566030" y="956016"/>
                </a:lnTo>
                <a:lnTo>
                  <a:pt x="515322" y="925209"/>
                </a:lnTo>
                <a:close/>
                <a:moveTo>
                  <a:pt x="375905" y="0"/>
                </a:moveTo>
                <a:lnTo>
                  <a:pt x="426613" y="0"/>
                </a:lnTo>
                <a:lnTo>
                  <a:pt x="426613" y="863721"/>
                </a:lnTo>
                <a:lnTo>
                  <a:pt x="396823" y="841444"/>
                </a:lnTo>
                <a:lnTo>
                  <a:pt x="375905" y="822433"/>
                </a:lnTo>
                <a:close/>
                <a:moveTo>
                  <a:pt x="236463" y="0"/>
                </a:moveTo>
                <a:lnTo>
                  <a:pt x="287172" y="0"/>
                </a:lnTo>
                <a:lnTo>
                  <a:pt x="287172" y="735620"/>
                </a:lnTo>
                <a:lnTo>
                  <a:pt x="249006" y="693628"/>
                </a:lnTo>
                <a:lnTo>
                  <a:pt x="236463" y="676855"/>
                </a:lnTo>
                <a:close/>
                <a:moveTo>
                  <a:pt x="97047" y="0"/>
                </a:moveTo>
                <a:lnTo>
                  <a:pt x="147755" y="0"/>
                </a:lnTo>
                <a:lnTo>
                  <a:pt x="147755" y="546346"/>
                </a:lnTo>
                <a:lnTo>
                  <a:pt x="131611" y="519773"/>
                </a:lnTo>
                <a:lnTo>
                  <a:pt x="97047" y="448021"/>
                </a:lnTo>
                <a:close/>
                <a:moveTo>
                  <a:pt x="0" y="0"/>
                </a:moveTo>
                <a:lnTo>
                  <a:pt x="8338" y="0"/>
                </a:lnTo>
                <a:lnTo>
                  <a:pt x="8338" y="129233"/>
                </a:lnTo>
                <a:lnTo>
                  <a:pt x="5630" y="111492"/>
                </a:lnTo>
                <a:cubicBezTo>
                  <a:pt x="1907" y="74835"/>
                  <a:pt x="0" y="37640"/>
                  <a:pt x="0" y="0"/>
                </a:cubicBezTo>
                <a:close/>
              </a:path>
            </a:pathLst>
          </a:custGeom>
          <a:solidFill>
            <a:schemeClr val="accent1">
              <a:alpha val="40000"/>
            </a:schemeClr>
          </a:solidFill>
          <a:ln w="461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9" name="任意多边形: 形状 18"/>
          <p:cNvSpPr/>
          <p:nvPr userDrawn="1">
            <p:custDataLst>
              <p:tags r:id="rId22"/>
            </p:custDataLst>
          </p:nvPr>
        </p:nvSpPr>
        <p:spPr>
          <a:xfrm rot="16200000" flipV="1">
            <a:off x="1163412" y="5540332"/>
            <a:ext cx="513154" cy="921120"/>
          </a:xfrm>
          <a:custGeom>
            <a:avLst/>
            <a:gdLst>
              <a:gd name="connsiteX0" fmla="*/ 109922 w 634091"/>
              <a:gd name="connsiteY0" fmla="*/ 1077255 h 1138205"/>
              <a:gd name="connsiteX1" fmla="*/ 127723 w 634091"/>
              <a:gd name="connsiteY1" fmla="*/ 1082240 h 1138205"/>
              <a:gd name="connsiteX2" fmla="*/ 111158 w 634091"/>
              <a:gd name="connsiteY2" fmla="*/ 1134804 h 1138205"/>
              <a:gd name="connsiteX3" fmla="*/ 64778 w 634091"/>
              <a:gd name="connsiteY3" fmla="*/ 1121665 h 1138205"/>
              <a:gd name="connsiteX4" fmla="*/ 91284 w 634091"/>
              <a:gd name="connsiteY4" fmla="*/ 1082240 h 1138205"/>
              <a:gd name="connsiteX5" fmla="*/ 109922 w 634091"/>
              <a:gd name="connsiteY5" fmla="*/ 1077255 h 1138205"/>
              <a:gd name="connsiteX6" fmla="*/ 275704 w 634091"/>
              <a:gd name="connsiteY6" fmla="*/ 1077248 h 1138205"/>
              <a:gd name="connsiteX7" fmla="*/ 293505 w 634091"/>
              <a:gd name="connsiteY7" fmla="*/ 1082233 h 1138205"/>
              <a:gd name="connsiteX8" fmla="*/ 276940 w 634091"/>
              <a:gd name="connsiteY8" fmla="*/ 1134805 h 1138205"/>
              <a:gd name="connsiteX9" fmla="*/ 230560 w 634091"/>
              <a:gd name="connsiteY9" fmla="*/ 1121666 h 1138205"/>
              <a:gd name="connsiteX10" fmla="*/ 230560 w 634091"/>
              <a:gd name="connsiteY10" fmla="*/ 1121658 h 1138205"/>
              <a:gd name="connsiteX11" fmla="*/ 257066 w 634091"/>
              <a:gd name="connsiteY11" fmla="*/ 1082233 h 1138205"/>
              <a:gd name="connsiteX12" fmla="*/ 275704 w 634091"/>
              <a:gd name="connsiteY12" fmla="*/ 1077248 h 1138205"/>
              <a:gd name="connsiteX13" fmla="*/ 368783 w 634091"/>
              <a:gd name="connsiteY13" fmla="*/ 959573 h 1138205"/>
              <a:gd name="connsiteX14" fmla="*/ 386584 w 634091"/>
              <a:gd name="connsiteY14" fmla="*/ 964558 h 1138205"/>
              <a:gd name="connsiteX15" fmla="*/ 370019 w 634091"/>
              <a:gd name="connsiteY15" fmla="*/ 1017122 h 1138205"/>
              <a:gd name="connsiteX16" fmla="*/ 323639 w 634091"/>
              <a:gd name="connsiteY16" fmla="*/ 1003983 h 1138205"/>
              <a:gd name="connsiteX17" fmla="*/ 350145 w 634091"/>
              <a:gd name="connsiteY17" fmla="*/ 964558 h 1138205"/>
              <a:gd name="connsiteX18" fmla="*/ 368783 w 634091"/>
              <a:gd name="connsiteY18" fmla="*/ 959573 h 1138205"/>
              <a:gd name="connsiteX19" fmla="*/ 261429 w 634091"/>
              <a:gd name="connsiteY19" fmla="*/ 934470 h 1138205"/>
              <a:gd name="connsiteX20" fmla="*/ 279230 w 634091"/>
              <a:gd name="connsiteY20" fmla="*/ 939455 h 1138205"/>
              <a:gd name="connsiteX21" fmla="*/ 262665 w 634091"/>
              <a:gd name="connsiteY21" fmla="*/ 992019 h 1138205"/>
              <a:gd name="connsiteX22" fmla="*/ 216285 w 634091"/>
              <a:gd name="connsiteY22" fmla="*/ 978880 h 1138205"/>
              <a:gd name="connsiteX23" fmla="*/ 242791 w 634091"/>
              <a:gd name="connsiteY23" fmla="*/ 939455 h 1138205"/>
              <a:gd name="connsiteX24" fmla="*/ 261429 w 634091"/>
              <a:gd name="connsiteY24" fmla="*/ 934470 h 1138205"/>
              <a:gd name="connsiteX25" fmla="*/ 70043 w 634091"/>
              <a:gd name="connsiteY25" fmla="*/ 813757 h 1138205"/>
              <a:gd name="connsiteX26" fmla="*/ 97062 w 634091"/>
              <a:gd name="connsiteY26" fmla="*/ 821387 h 1138205"/>
              <a:gd name="connsiteX27" fmla="*/ 71919 w 634091"/>
              <a:gd name="connsiteY27" fmla="*/ 901831 h 1138205"/>
              <a:gd name="connsiteX28" fmla="*/ 1524 w 634091"/>
              <a:gd name="connsiteY28" fmla="*/ 881723 h 1138205"/>
              <a:gd name="connsiteX29" fmla="*/ 41751 w 634091"/>
              <a:gd name="connsiteY29" fmla="*/ 821387 h 1138205"/>
              <a:gd name="connsiteX30" fmla="*/ 70043 w 634091"/>
              <a:gd name="connsiteY30" fmla="*/ 813757 h 1138205"/>
              <a:gd name="connsiteX31" fmla="*/ 253029 w 634091"/>
              <a:gd name="connsiteY31" fmla="*/ 767011 h 1138205"/>
              <a:gd name="connsiteX32" fmla="*/ 267543 w 634091"/>
              <a:gd name="connsiteY32" fmla="*/ 771075 h 1138205"/>
              <a:gd name="connsiteX33" fmla="*/ 254037 w 634091"/>
              <a:gd name="connsiteY33" fmla="*/ 813932 h 1138205"/>
              <a:gd name="connsiteX34" fmla="*/ 216223 w 634091"/>
              <a:gd name="connsiteY34" fmla="*/ 803219 h 1138205"/>
              <a:gd name="connsiteX35" fmla="*/ 237834 w 634091"/>
              <a:gd name="connsiteY35" fmla="*/ 771075 h 1138205"/>
              <a:gd name="connsiteX36" fmla="*/ 253029 w 634091"/>
              <a:gd name="connsiteY36" fmla="*/ 767011 h 1138205"/>
              <a:gd name="connsiteX37" fmla="*/ 473911 w 634091"/>
              <a:gd name="connsiteY37" fmla="*/ 761417 h 1138205"/>
              <a:gd name="connsiteX38" fmla="*/ 491712 w 634091"/>
              <a:gd name="connsiteY38" fmla="*/ 766402 h 1138205"/>
              <a:gd name="connsiteX39" fmla="*/ 475147 w 634091"/>
              <a:gd name="connsiteY39" fmla="*/ 818974 h 1138205"/>
              <a:gd name="connsiteX40" fmla="*/ 428767 w 634091"/>
              <a:gd name="connsiteY40" fmla="*/ 805835 h 1138205"/>
              <a:gd name="connsiteX41" fmla="*/ 428767 w 634091"/>
              <a:gd name="connsiteY41" fmla="*/ 805827 h 1138205"/>
              <a:gd name="connsiteX42" fmla="*/ 455273 w 634091"/>
              <a:gd name="connsiteY42" fmla="*/ 766402 h 1138205"/>
              <a:gd name="connsiteX43" fmla="*/ 473911 w 634091"/>
              <a:gd name="connsiteY43" fmla="*/ 761417 h 1138205"/>
              <a:gd name="connsiteX44" fmla="*/ 198162 w 634091"/>
              <a:gd name="connsiteY44" fmla="*/ 613030 h 1138205"/>
              <a:gd name="connsiteX45" fmla="*/ 211379 w 634091"/>
              <a:gd name="connsiteY45" fmla="*/ 616762 h 1138205"/>
              <a:gd name="connsiteX46" fmla="*/ 199080 w 634091"/>
              <a:gd name="connsiteY46" fmla="*/ 656112 h 1138205"/>
              <a:gd name="connsiteX47" fmla="*/ 164645 w 634091"/>
              <a:gd name="connsiteY47" fmla="*/ 646276 h 1138205"/>
              <a:gd name="connsiteX48" fmla="*/ 184323 w 634091"/>
              <a:gd name="connsiteY48" fmla="*/ 616762 h 1138205"/>
              <a:gd name="connsiteX49" fmla="*/ 198162 w 634091"/>
              <a:gd name="connsiteY49" fmla="*/ 613030 h 1138205"/>
              <a:gd name="connsiteX50" fmla="*/ 391308 w 634091"/>
              <a:gd name="connsiteY50" fmla="*/ 594870 h 1138205"/>
              <a:gd name="connsiteX51" fmla="*/ 399135 w 634091"/>
              <a:gd name="connsiteY51" fmla="*/ 677035 h 1138205"/>
              <a:gd name="connsiteX52" fmla="*/ 328708 w 634091"/>
              <a:gd name="connsiteY52" fmla="*/ 684863 h 1138205"/>
              <a:gd name="connsiteX53" fmla="*/ 316970 w 634091"/>
              <a:gd name="connsiteY53" fmla="*/ 649650 h 1138205"/>
              <a:gd name="connsiteX54" fmla="*/ 344356 w 634091"/>
              <a:gd name="connsiteY54" fmla="*/ 606608 h 1138205"/>
              <a:gd name="connsiteX55" fmla="*/ 391308 w 634091"/>
              <a:gd name="connsiteY55" fmla="*/ 594870 h 1138205"/>
              <a:gd name="connsiteX56" fmla="*/ 392859 w 634091"/>
              <a:gd name="connsiteY56" fmla="*/ 351638 h 1138205"/>
              <a:gd name="connsiteX57" fmla="*/ 434663 w 634091"/>
              <a:gd name="connsiteY57" fmla="*/ 363344 h 1138205"/>
              <a:gd name="connsiteX58" fmla="*/ 395762 w 634091"/>
              <a:gd name="connsiteY58" fmla="*/ 486785 h 1138205"/>
              <a:gd name="connsiteX59" fmla="*/ 286844 w 634091"/>
              <a:gd name="connsiteY59" fmla="*/ 455929 h 1138205"/>
              <a:gd name="connsiteX60" fmla="*/ 349090 w 634091"/>
              <a:gd name="connsiteY60" fmla="*/ 363344 h 1138205"/>
              <a:gd name="connsiteX61" fmla="*/ 392859 w 634091"/>
              <a:gd name="connsiteY61" fmla="*/ 351638 h 1138205"/>
              <a:gd name="connsiteX62" fmla="*/ 207870 w 634091"/>
              <a:gd name="connsiteY62" fmla="*/ 258230 h 1138205"/>
              <a:gd name="connsiteX63" fmla="*/ 257246 w 634091"/>
              <a:gd name="connsiteY63" fmla="*/ 272172 h 1138205"/>
              <a:gd name="connsiteX64" fmla="*/ 211299 w 634091"/>
              <a:gd name="connsiteY64" fmla="*/ 419181 h 1138205"/>
              <a:gd name="connsiteX65" fmla="*/ 82655 w 634091"/>
              <a:gd name="connsiteY65" fmla="*/ 382433 h 1138205"/>
              <a:gd name="connsiteX66" fmla="*/ 156168 w 634091"/>
              <a:gd name="connsiteY66" fmla="*/ 272172 h 1138205"/>
              <a:gd name="connsiteX67" fmla="*/ 207870 w 634091"/>
              <a:gd name="connsiteY67" fmla="*/ 258230 h 1138205"/>
              <a:gd name="connsiteX68" fmla="*/ 579941 w 634091"/>
              <a:gd name="connsiteY68" fmla="*/ 186436 h 1138205"/>
              <a:gd name="connsiteX69" fmla="*/ 621745 w 634091"/>
              <a:gd name="connsiteY69" fmla="*/ 198142 h 1138205"/>
              <a:gd name="connsiteX70" fmla="*/ 582844 w 634091"/>
              <a:gd name="connsiteY70" fmla="*/ 321600 h 1138205"/>
              <a:gd name="connsiteX71" fmla="*/ 473926 w 634091"/>
              <a:gd name="connsiteY71" fmla="*/ 290745 h 1138205"/>
              <a:gd name="connsiteX72" fmla="*/ 473926 w 634091"/>
              <a:gd name="connsiteY72" fmla="*/ 290727 h 1138205"/>
              <a:gd name="connsiteX73" fmla="*/ 536172 w 634091"/>
              <a:gd name="connsiteY73" fmla="*/ 198142 h 1138205"/>
              <a:gd name="connsiteX74" fmla="*/ 579941 w 634091"/>
              <a:gd name="connsiteY74" fmla="*/ 186436 h 1138205"/>
              <a:gd name="connsiteX75" fmla="*/ 425741 w 634091"/>
              <a:gd name="connsiteY75" fmla="*/ 306 h 1138205"/>
              <a:gd name="connsiteX76" fmla="*/ 459369 w 634091"/>
              <a:gd name="connsiteY76" fmla="*/ 5702 h 1138205"/>
              <a:gd name="connsiteX77" fmla="*/ 477751 w 634091"/>
              <a:gd name="connsiteY77" fmla="*/ 198659 h 1138205"/>
              <a:gd name="connsiteX78" fmla="*/ 312360 w 634091"/>
              <a:gd name="connsiteY78" fmla="*/ 217042 h 1138205"/>
              <a:gd name="connsiteX79" fmla="*/ 284794 w 634091"/>
              <a:gd name="connsiteY79" fmla="*/ 134346 h 1138205"/>
              <a:gd name="connsiteX80" fmla="*/ 349107 w 634091"/>
              <a:gd name="connsiteY80" fmla="*/ 33267 h 1138205"/>
              <a:gd name="connsiteX81" fmla="*/ 425741 w 634091"/>
              <a:gd name="connsiteY81" fmla="*/ 306 h 1138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634091" h="1138205">
                <a:moveTo>
                  <a:pt x="109922" y="1077255"/>
                </a:moveTo>
                <a:cubicBezTo>
                  <a:pt x="116750" y="1076720"/>
                  <a:pt x="123439" y="1077846"/>
                  <a:pt x="127723" y="1082240"/>
                </a:cubicBezTo>
                <a:cubicBezTo>
                  <a:pt x="138808" y="1093612"/>
                  <a:pt x="131934" y="1124974"/>
                  <a:pt x="111158" y="1134804"/>
                </a:cubicBezTo>
                <a:cubicBezTo>
                  <a:pt x="94541" y="1142676"/>
                  <a:pt x="70002" y="1136301"/>
                  <a:pt x="64778" y="1121665"/>
                </a:cubicBezTo>
                <a:cubicBezTo>
                  <a:pt x="59416" y="1106641"/>
                  <a:pt x="76604" y="1089063"/>
                  <a:pt x="91284" y="1082240"/>
                </a:cubicBezTo>
                <a:cubicBezTo>
                  <a:pt x="96126" y="1079988"/>
                  <a:pt x="103094" y="1077791"/>
                  <a:pt x="109922" y="1077255"/>
                </a:cubicBezTo>
                <a:close/>
                <a:moveTo>
                  <a:pt x="275704" y="1077248"/>
                </a:moveTo>
                <a:cubicBezTo>
                  <a:pt x="282532" y="1076713"/>
                  <a:pt x="289221" y="1077839"/>
                  <a:pt x="293505" y="1082233"/>
                </a:cubicBezTo>
                <a:cubicBezTo>
                  <a:pt x="304590" y="1093612"/>
                  <a:pt x="297716" y="1124974"/>
                  <a:pt x="276940" y="1134805"/>
                </a:cubicBezTo>
                <a:cubicBezTo>
                  <a:pt x="260323" y="1142676"/>
                  <a:pt x="235784" y="1136301"/>
                  <a:pt x="230560" y="1121666"/>
                </a:cubicBezTo>
                <a:lnTo>
                  <a:pt x="230560" y="1121658"/>
                </a:lnTo>
                <a:cubicBezTo>
                  <a:pt x="225198" y="1106634"/>
                  <a:pt x="242386" y="1089056"/>
                  <a:pt x="257066" y="1082233"/>
                </a:cubicBezTo>
                <a:cubicBezTo>
                  <a:pt x="261908" y="1079981"/>
                  <a:pt x="268876" y="1077784"/>
                  <a:pt x="275704" y="1077248"/>
                </a:cubicBezTo>
                <a:close/>
                <a:moveTo>
                  <a:pt x="368783" y="959573"/>
                </a:moveTo>
                <a:cubicBezTo>
                  <a:pt x="375611" y="959038"/>
                  <a:pt x="382299" y="960164"/>
                  <a:pt x="386584" y="964558"/>
                </a:cubicBezTo>
                <a:cubicBezTo>
                  <a:pt x="397669" y="975930"/>
                  <a:pt x="390795" y="1007292"/>
                  <a:pt x="370019" y="1017122"/>
                </a:cubicBezTo>
                <a:cubicBezTo>
                  <a:pt x="353402" y="1024994"/>
                  <a:pt x="328863" y="1018619"/>
                  <a:pt x="323639" y="1003983"/>
                </a:cubicBezTo>
                <a:cubicBezTo>
                  <a:pt x="318277" y="988959"/>
                  <a:pt x="335465" y="971381"/>
                  <a:pt x="350145" y="964558"/>
                </a:cubicBezTo>
                <a:cubicBezTo>
                  <a:pt x="354987" y="962306"/>
                  <a:pt x="361955" y="960109"/>
                  <a:pt x="368783" y="959573"/>
                </a:cubicBezTo>
                <a:close/>
                <a:moveTo>
                  <a:pt x="261429" y="934470"/>
                </a:moveTo>
                <a:cubicBezTo>
                  <a:pt x="268257" y="933935"/>
                  <a:pt x="274946" y="935061"/>
                  <a:pt x="279230" y="939455"/>
                </a:cubicBezTo>
                <a:cubicBezTo>
                  <a:pt x="290315" y="950827"/>
                  <a:pt x="283441" y="982189"/>
                  <a:pt x="262665" y="992019"/>
                </a:cubicBezTo>
                <a:cubicBezTo>
                  <a:pt x="246048" y="999891"/>
                  <a:pt x="221509" y="993516"/>
                  <a:pt x="216285" y="978880"/>
                </a:cubicBezTo>
                <a:cubicBezTo>
                  <a:pt x="210923" y="963856"/>
                  <a:pt x="228111" y="946278"/>
                  <a:pt x="242791" y="939455"/>
                </a:cubicBezTo>
                <a:cubicBezTo>
                  <a:pt x="247633" y="937203"/>
                  <a:pt x="254601" y="935006"/>
                  <a:pt x="261429" y="934470"/>
                </a:cubicBezTo>
                <a:close/>
                <a:moveTo>
                  <a:pt x="70043" y="813757"/>
                </a:moveTo>
                <a:cubicBezTo>
                  <a:pt x="80409" y="812937"/>
                  <a:pt x="90562" y="814660"/>
                  <a:pt x="97062" y="821387"/>
                </a:cubicBezTo>
                <a:cubicBezTo>
                  <a:pt x="113890" y="838790"/>
                  <a:pt x="103444" y="886785"/>
                  <a:pt x="71919" y="901831"/>
                </a:cubicBezTo>
                <a:cubicBezTo>
                  <a:pt x="46691" y="913870"/>
                  <a:pt x="9453" y="904122"/>
                  <a:pt x="1524" y="881723"/>
                </a:cubicBezTo>
                <a:cubicBezTo>
                  <a:pt x="-6621" y="858720"/>
                  <a:pt x="19464" y="831832"/>
                  <a:pt x="41751" y="821387"/>
                </a:cubicBezTo>
                <a:cubicBezTo>
                  <a:pt x="49100" y="817941"/>
                  <a:pt x="59677" y="814578"/>
                  <a:pt x="70043" y="813757"/>
                </a:cubicBezTo>
                <a:close/>
                <a:moveTo>
                  <a:pt x="253029" y="767011"/>
                </a:moveTo>
                <a:cubicBezTo>
                  <a:pt x="258596" y="766574"/>
                  <a:pt x="264050" y="767492"/>
                  <a:pt x="267543" y="771075"/>
                </a:cubicBezTo>
                <a:cubicBezTo>
                  <a:pt x="276581" y="780346"/>
                  <a:pt x="270976" y="805916"/>
                  <a:pt x="254037" y="813932"/>
                </a:cubicBezTo>
                <a:cubicBezTo>
                  <a:pt x="240489" y="820350"/>
                  <a:pt x="220482" y="815152"/>
                  <a:pt x="216223" y="803219"/>
                </a:cubicBezTo>
                <a:cubicBezTo>
                  <a:pt x="211851" y="790969"/>
                  <a:pt x="225865" y="776638"/>
                  <a:pt x="237834" y="771075"/>
                </a:cubicBezTo>
                <a:cubicBezTo>
                  <a:pt x="241782" y="769239"/>
                  <a:pt x="247462" y="767447"/>
                  <a:pt x="253029" y="767011"/>
                </a:cubicBezTo>
                <a:close/>
                <a:moveTo>
                  <a:pt x="473911" y="761417"/>
                </a:moveTo>
                <a:cubicBezTo>
                  <a:pt x="480739" y="760882"/>
                  <a:pt x="487428" y="762008"/>
                  <a:pt x="491712" y="766402"/>
                </a:cubicBezTo>
                <a:cubicBezTo>
                  <a:pt x="502797" y="777781"/>
                  <a:pt x="495923" y="809143"/>
                  <a:pt x="475147" y="818974"/>
                </a:cubicBezTo>
                <a:cubicBezTo>
                  <a:pt x="458530" y="826845"/>
                  <a:pt x="433991" y="820470"/>
                  <a:pt x="428767" y="805835"/>
                </a:cubicBezTo>
                <a:lnTo>
                  <a:pt x="428767" y="805827"/>
                </a:lnTo>
                <a:cubicBezTo>
                  <a:pt x="423405" y="790803"/>
                  <a:pt x="440593" y="773225"/>
                  <a:pt x="455273" y="766402"/>
                </a:cubicBezTo>
                <a:cubicBezTo>
                  <a:pt x="460115" y="764150"/>
                  <a:pt x="467082" y="761953"/>
                  <a:pt x="473911" y="761417"/>
                </a:cubicBezTo>
                <a:close/>
                <a:moveTo>
                  <a:pt x="198162" y="613030"/>
                </a:moveTo>
                <a:cubicBezTo>
                  <a:pt x="203233" y="612628"/>
                  <a:pt x="208200" y="613471"/>
                  <a:pt x="211379" y="616762"/>
                </a:cubicBezTo>
                <a:cubicBezTo>
                  <a:pt x="219611" y="625274"/>
                  <a:pt x="214501" y="648752"/>
                  <a:pt x="199080" y="656112"/>
                </a:cubicBezTo>
                <a:cubicBezTo>
                  <a:pt x="186739" y="662001"/>
                  <a:pt x="168523" y="657233"/>
                  <a:pt x="164645" y="646276"/>
                </a:cubicBezTo>
                <a:cubicBezTo>
                  <a:pt x="160661" y="635023"/>
                  <a:pt x="173421" y="621871"/>
                  <a:pt x="184323" y="616762"/>
                </a:cubicBezTo>
                <a:cubicBezTo>
                  <a:pt x="187918" y="615076"/>
                  <a:pt x="193092" y="613431"/>
                  <a:pt x="198162" y="613030"/>
                </a:cubicBezTo>
                <a:close/>
                <a:moveTo>
                  <a:pt x="391308" y="594870"/>
                </a:moveTo>
                <a:cubicBezTo>
                  <a:pt x="413749" y="605507"/>
                  <a:pt x="421804" y="652107"/>
                  <a:pt x="399135" y="677035"/>
                </a:cubicBezTo>
                <a:cubicBezTo>
                  <a:pt x="381521" y="696410"/>
                  <a:pt x="346498" y="701443"/>
                  <a:pt x="328708" y="684863"/>
                </a:cubicBezTo>
                <a:cubicBezTo>
                  <a:pt x="315481" y="672531"/>
                  <a:pt x="316757" y="652892"/>
                  <a:pt x="316970" y="649650"/>
                </a:cubicBezTo>
                <a:cubicBezTo>
                  <a:pt x="318584" y="624868"/>
                  <a:pt x="338597" y="610687"/>
                  <a:pt x="344356" y="606608"/>
                </a:cubicBezTo>
                <a:cubicBezTo>
                  <a:pt x="349300" y="603109"/>
                  <a:pt x="373106" y="586243"/>
                  <a:pt x="391308" y="594870"/>
                </a:cubicBezTo>
                <a:close/>
                <a:moveTo>
                  <a:pt x="392859" y="351638"/>
                </a:moveTo>
                <a:cubicBezTo>
                  <a:pt x="408894" y="350380"/>
                  <a:pt x="424602" y="353024"/>
                  <a:pt x="434663" y="363344"/>
                </a:cubicBezTo>
                <a:cubicBezTo>
                  <a:pt x="460695" y="390048"/>
                  <a:pt x="444552" y="463699"/>
                  <a:pt x="395762" y="486785"/>
                </a:cubicBezTo>
                <a:cubicBezTo>
                  <a:pt x="356740" y="505271"/>
                  <a:pt x="299111" y="490300"/>
                  <a:pt x="286844" y="455929"/>
                </a:cubicBezTo>
                <a:cubicBezTo>
                  <a:pt x="274251" y="420646"/>
                  <a:pt x="314616" y="379367"/>
                  <a:pt x="349090" y="363344"/>
                </a:cubicBezTo>
                <a:cubicBezTo>
                  <a:pt x="360461" y="358055"/>
                  <a:pt x="376824" y="352895"/>
                  <a:pt x="392859" y="351638"/>
                </a:cubicBezTo>
                <a:close/>
                <a:moveTo>
                  <a:pt x="207870" y="258230"/>
                </a:moveTo>
                <a:cubicBezTo>
                  <a:pt x="226813" y="256731"/>
                  <a:pt x="245368" y="259879"/>
                  <a:pt x="257246" y="272172"/>
                </a:cubicBezTo>
                <a:cubicBezTo>
                  <a:pt x="287999" y="303975"/>
                  <a:pt x="268910" y="391684"/>
                  <a:pt x="211299" y="419181"/>
                </a:cubicBezTo>
                <a:cubicBezTo>
                  <a:pt x="165196" y="441181"/>
                  <a:pt x="97144" y="423367"/>
                  <a:pt x="82655" y="382433"/>
                </a:cubicBezTo>
                <a:cubicBezTo>
                  <a:pt x="67770" y="340396"/>
                  <a:pt x="115440" y="291261"/>
                  <a:pt x="156168" y="272172"/>
                </a:cubicBezTo>
                <a:cubicBezTo>
                  <a:pt x="169598" y="265875"/>
                  <a:pt x="188928" y="259729"/>
                  <a:pt x="207870" y="258230"/>
                </a:cubicBezTo>
                <a:close/>
                <a:moveTo>
                  <a:pt x="579941" y="186436"/>
                </a:moveTo>
                <a:cubicBezTo>
                  <a:pt x="595976" y="185178"/>
                  <a:pt x="611684" y="187822"/>
                  <a:pt x="621745" y="198142"/>
                </a:cubicBezTo>
                <a:cubicBezTo>
                  <a:pt x="647777" y="224864"/>
                  <a:pt x="631634" y="298514"/>
                  <a:pt x="582844" y="321600"/>
                </a:cubicBezTo>
                <a:cubicBezTo>
                  <a:pt x="543822" y="340086"/>
                  <a:pt x="486193" y="325115"/>
                  <a:pt x="473926" y="290745"/>
                </a:cubicBezTo>
                <a:lnTo>
                  <a:pt x="473926" y="290727"/>
                </a:lnTo>
                <a:cubicBezTo>
                  <a:pt x="461333" y="255444"/>
                  <a:pt x="501698" y="214165"/>
                  <a:pt x="536172" y="198142"/>
                </a:cubicBezTo>
                <a:cubicBezTo>
                  <a:pt x="547543" y="192853"/>
                  <a:pt x="563906" y="187693"/>
                  <a:pt x="579941" y="186436"/>
                </a:cubicBezTo>
                <a:close/>
                <a:moveTo>
                  <a:pt x="425741" y="306"/>
                </a:moveTo>
                <a:cubicBezTo>
                  <a:pt x="437174" y="-686"/>
                  <a:pt x="448683" y="637"/>
                  <a:pt x="459369" y="5702"/>
                </a:cubicBezTo>
                <a:cubicBezTo>
                  <a:pt x="512070" y="30683"/>
                  <a:pt x="530987" y="140117"/>
                  <a:pt x="477751" y="198659"/>
                </a:cubicBezTo>
                <a:cubicBezTo>
                  <a:pt x="436386" y="244159"/>
                  <a:pt x="354138" y="255978"/>
                  <a:pt x="312360" y="217042"/>
                </a:cubicBezTo>
                <a:cubicBezTo>
                  <a:pt x="281297" y="188081"/>
                  <a:pt x="284295" y="141961"/>
                  <a:pt x="284794" y="134346"/>
                </a:cubicBezTo>
                <a:cubicBezTo>
                  <a:pt x="288585" y="76149"/>
                  <a:pt x="335583" y="42846"/>
                  <a:pt x="349107" y="33267"/>
                </a:cubicBezTo>
                <a:cubicBezTo>
                  <a:pt x="357816" y="27104"/>
                  <a:pt x="391440" y="3284"/>
                  <a:pt x="425741" y="306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 w="171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23"/>
            </p:custDataLst>
          </p:nvPr>
        </p:nvSpPr>
        <p:spPr>
          <a:xfrm>
            <a:off x="2368266" y="2239460"/>
            <a:ext cx="1033177" cy="2379081"/>
          </a:xfrm>
        </p:spPr>
        <p:txBody>
          <a:bodyPr vert="eaVert" wrap="square" anchor="ctr" anchorCtr="1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 userDrawn="1">
            <p:ph type="dt" sz="half" idx="10"/>
            <p:custDataLst>
              <p:tags r:id="rId2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 userDrawn="1"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 userDrawn="1">
            <p:ph type="sldNum" sz="quarter" idx="12"/>
            <p:custDataLst>
              <p:tags r:id="rId2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9788" y="360000"/>
            <a:ext cx="10515600" cy="864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9788" y="360000"/>
            <a:ext cx="10515600" cy="864000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页-1_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任意多边形: 形状 7"/>
          <p:cNvSpPr/>
          <p:nvPr userDrawn="1">
            <p:custDataLst>
              <p:tags r:id="rId3"/>
            </p:custDataLst>
          </p:nvPr>
        </p:nvSpPr>
        <p:spPr>
          <a:xfrm>
            <a:off x="8576353" y="1202927"/>
            <a:ext cx="1427675" cy="1427675"/>
          </a:xfrm>
          <a:custGeom>
            <a:avLst/>
            <a:gdLst>
              <a:gd name="connsiteX0" fmla="*/ 15665 w 4097580"/>
              <a:gd name="connsiteY0" fmla="*/ 1805980 h 4097580"/>
              <a:gd name="connsiteX1" fmla="*/ 15665 w 4097580"/>
              <a:gd name="connsiteY1" fmla="*/ 2291600 h 4097580"/>
              <a:gd name="connsiteX2" fmla="*/ 10578 w 4097580"/>
              <a:gd name="connsiteY2" fmla="*/ 2258267 h 4097580"/>
              <a:gd name="connsiteX3" fmla="*/ 0 w 4097580"/>
              <a:gd name="connsiteY3" fmla="*/ 2048790 h 4097580"/>
              <a:gd name="connsiteX4" fmla="*/ 10578 w 4097580"/>
              <a:gd name="connsiteY4" fmla="*/ 1839313 h 4097580"/>
              <a:gd name="connsiteX5" fmla="*/ 4055974 w 4097580"/>
              <a:gd name="connsiteY5" fmla="*/ 1636007 h 4097580"/>
              <a:gd name="connsiteX6" fmla="*/ 4087002 w 4097580"/>
              <a:gd name="connsiteY6" fmla="*/ 1839313 h 4097580"/>
              <a:gd name="connsiteX7" fmla="*/ 4097580 w 4097580"/>
              <a:gd name="connsiteY7" fmla="*/ 2048790 h 4097580"/>
              <a:gd name="connsiteX8" fmla="*/ 4087002 w 4097580"/>
              <a:gd name="connsiteY8" fmla="*/ 2258267 h 4097580"/>
              <a:gd name="connsiteX9" fmla="*/ 4055974 w 4097580"/>
              <a:gd name="connsiteY9" fmla="*/ 2461574 h 4097580"/>
              <a:gd name="connsiteX10" fmla="*/ 277609 w 4097580"/>
              <a:gd name="connsiteY10" fmla="*/ 1022289 h 4097580"/>
              <a:gd name="connsiteX11" fmla="*/ 277609 w 4097580"/>
              <a:gd name="connsiteY11" fmla="*/ 3075291 h 4097580"/>
              <a:gd name="connsiteX12" fmla="*/ 247278 w 4097580"/>
              <a:gd name="connsiteY12" fmla="*/ 3025365 h 4097580"/>
              <a:gd name="connsiteX13" fmla="*/ 182336 w 4097580"/>
              <a:gd name="connsiteY13" fmla="*/ 2890554 h 4097580"/>
              <a:gd name="connsiteX14" fmla="*/ 182336 w 4097580"/>
              <a:gd name="connsiteY14" fmla="*/ 1207027 h 4097580"/>
              <a:gd name="connsiteX15" fmla="*/ 247278 w 4097580"/>
              <a:gd name="connsiteY15" fmla="*/ 1072216 h 4097580"/>
              <a:gd name="connsiteX16" fmla="*/ 3794031 w 4097580"/>
              <a:gd name="connsiteY16" fmla="*/ 979591 h 4097580"/>
              <a:gd name="connsiteX17" fmla="*/ 3850302 w 4097580"/>
              <a:gd name="connsiteY17" fmla="*/ 1072216 h 4097580"/>
              <a:gd name="connsiteX18" fmla="*/ 3889304 w 4097580"/>
              <a:gd name="connsiteY18" fmla="*/ 1153179 h 4097580"/>
              <a:gd name="connsiteX19" fmla="*/ 3889304 w 4097580"/>
              <a:gd name="connsiteY19" fmla="*/ 2944402 h 4097580"/>
              <a:gd name="connsiteX20" fmla="*/ 3850302 w 4097580"/>
              <a:gd name="connsiteY20" fmla="*/ 3025365 h 4097580"/>
              <a:gd name="connsiteX21" fmla="*/ 3794031 w 4097580"/>
              <a:gd name="connsiteY21" fmla="*/ 3117990 h 4097580"/>
              <a:gd name="connsiteX22" fmla="*/ 539552 w 4097580"/>
              <a:gd name="connsiteY22" fmla="*/ 666671 h 4097580"/>
              <a:gd name="connsiteX23" fmla="*/ 539552 w 4097580"/>
              <a:gd name="connsiteY23" fmla="*/ 3430909 h 4097580"/>
              <a:gd name="connsiteX24" fmla="*/ 467844 w 4097580"/>
              <a:gd name="connsiteY24" fmla="*/ 3352011 h 4097580"/>
              <a:gd name="connsiteX25" fmla="*/ 444279 w 4097580"/>
              <a:gd name="connsiteY25" fmla="*/ 3320497 h 4097580"/>
              <a:gd name="connsiteX26" fmla="*/ 444279 w 4097580"/>
              <a:gd name="connsiteY26" fmla="*/ 777083 h 4097580"/>
              <a:gd name="connsiteX27" fmla="*/ 467844 w 4097580"/>
              <a:gd name="connsiteY27" fmla="*/ 745570 h 4097580"/>
              <a:gd name="connsiteX28" fmla="*/ 3532087 w 4097580"/>
              <a:gd name="connsiteY28" fmla="*/ 638129 h 4097580"/>
              <a:gd name="connsiteX29" fmla="*/ 3627360 w 4097580"/>
              <a:gd name="connsiteY29" fmla="*/ 742956 h 4097580"/>
              <a:gd name="connsiteX30" fmla="*/ 3627360 w 4097580"/>
              <a:gd name="connsiteY30" fmla="*/ 3354625 h 4097580"/>
              <a:gd name="connsiteX31" fmla="*/ 3532087 w 4097580"/>
              <a:gd name="connsiteY31" fmla="*/ 3459451 h 4097580"/>
              <a:gd name="connsiteX32" fmla="*/ 801541 w 4097580"/>
              <a:gd name="connsiteY32" fmla="*/ 425990 h 4097580"/>
              <a:gd name="connsiteX33" fmla="*/ 801541 w 4097580"/>
              <a:gd name="connsiteY33" fmla="*/ 3671591 h 4097580"/>
              <a:gd name="connsiteX34" fmla="*/ 745570 w 4097580"/>
              <a:gd name="connsiteY34" fmla="*/ 3629736 h 4097580"/>
              <a:gd name="connsiteX35" fmla="*/ 706268 w 4097580"/>
              <a:gd name="connsiteY35" fmla="*/ 3594016 h 4097580"/>
              <a:gd name="connsiteX36" fmla="*/ 706268 w 4097580"/>
              <a:gd name="connsiteY36" fmla="*/ 503564 h 4097580"/>
              <a:gd name="connsiteX37" fmla="*/ 745570 w 4097580"/>
              <a:gd name="connsiteY37" fmla="*/ 467845 h 4097580"/>
              <a:gd name="connsiteX38" fmla="*/ 3270144 w 4097580"/>
              <a:gd name="connsiteY38" fmla="*/ 406626 h 4097580"/>
              <a:gd name="connsiteX39" fmla="*/ 3352010 w 4097580"/>
              <a:gd name="connsiteY39" fmla="*/ 467845 h 4097580"/>
              <a:gd name="connsiteX40" fmla="*/ 3365417 w 4097580"/>
              <a:gd name="connsiteY40" fmla="*/ 480029 h 4097580"/>
              <a:gd name="connsiteX41" fmla="*/ 3365417 w 4097580"/>
              <a:gd name="connsiteY41" fmla="*/ 3617551 h 4097580"/>
              <a:gd name="connsiteX42" fmla="*/ 3352010 w 4097580"/>
              <a:gd name="connsiteY42" fmla="*/ 3629736 h 4097580"/>
              <a:gd name="connsiteX43" fmla="*/ 3270144 w 4097580"/>
              <a:gd name="connsiteY43" fmla="*/ 3690954 h 4097580"/>
              <a:gd name="connsiteX44" fmla="*/ 3063758 w 4097580"/>
              <a:gd name="connsiteY44" fmla="*/ 270603 h 4097580"/>
              <a:gd name="connsiteX45" fmla="*/ 3159031 w 4097580"/>
              <a:gd name="connsiteY45" fmla="*/ 328483 h 4097580"/>
              <a:gd name="connsiteX46" fmla="*/ 3159031 w 4097580"/>
              <a:gd name="connsiteY46" fmla="*/ 3769098 h 4097580"/>
              <a:gd name="connsiteX47" fmla="*/ 3063758 w 4097580"/>
              <a:gd name="connsiteY47" fmla="*/ 3826978 h 4097580"/>
              <a:gd name="connsiteX48" fmla="*/ 1063485 w 4097580"/>
              <a:gd name="connsiteY48" fmla="*/ 252582 h 4097580"/>
              <a:gd name="connsiteX49" fmla="*/ 1063485 w 4097580"/>
              <a:gd name="connsiteY49" fmla="*/ 3844998 h 4097580"/>
              <a:gd name="connsiteX50" fmla="*/ 968212 w 4097580"/>
              <a:gd name="connsiteY50" fmla="*/ 3787118 h 4097580"/>
              <a:gd name="connsiteX51" fmla="*/ 968212 w 4097580"/>
              <a:gd name="connsiteY51" fmla="*/ 310462 h 4097580"/>
              <a:gd name="connsiteX52" fmla="*/ 2801814 w 4097580"/>
              <a:gd name="connsiteY52" fmla="*/ 144733 h 4097580"/>
              <a:gd name="connsiteX53" fmla="*/ 2846271 w 4097580"/>
              <a:gd name="connsiteY53" fmla="*/ 161004 h 4097580"/>
              <a:gd name="connsiteX54" fmla="*/ 2897087 w 4097580"/>
              <a:gd name="connsiteY54" fmla="*/ 185484 h 4097580"/>
              <a:gd name="connsiteX55" fmla="*/ 2897087 w 4097580"/>
              <a:gd name="connsiteY55" fmla="*/ 3912097 h 4097580"/>
              <a:gd name="connsiteX56" fmla="*/ 2846271 w 4097580"/>
              <a:gd name="connsiteY56" fmla="*/ 3936576 h 4097580"/>
              <a:gd name="connsiteX57" fmla="*/ 2801814 w 4097580"/>
              <a:gd name="connsiteY57" fmla="*/ 3952848 h 4097580"/>
              <a:gd name="connsiteX58" fmla="*/ 1325428 w 4097580"/>
              <a:gd name="connsiteY58" fmla="*/ 133876 h 4097580"/>
              <a:gd name="connsiteX59" fmla="*/ 1325428 w 4097580"/>
              <a:gd name="connsiteY59" fmla="*/ 3963704 h 4097580"/>
              <a:gd name="connsiteX60" fmla="*/ 1251309 w 4097580"/>
              <a:gd name="connsiteY60" fmla="*/ 3936576 h 4097580"/>
              <a:gd name="connsiteX61" fmla="*/ 1230155 w 4097580"/>
              <a:gd name="connsiteY61" fmla="*/ 3926386 h 4097580"/>
              <a:gd name="connsiteX62" fmla="*/ 1230155 w 4097580"/>
              <a:gd name="connsiteY62" fmla="*/ 171195 h 4097580"/>
              <a:gd name="connsiteX63" fmla="*/ 1251309 w 4097580"/>
              <a:gd name="connsiteY63" fmla="*/ 161004 h 4097580"/>
              <a:gd name="connsiteX64" fmla="*/ 2539871 w 4097580"/>
              <a:gd name="connsiteY64" fmla="*/ 61726 h 4097580"/>
              <a:gd name="connsiteX65" fmla="*/ 2635144 w 4097580"/>
              <a:gd name="connsiteY65" fmla="*/ 86223 h 4097580"/>
              <a:gd name="connsiteX66" fmla="*/ 2635144 w 4097580"/>
              <a:gd name="connsiteY66" fmla="*/ 4011357 h 4097580"/>
              <a:gd name="connsiteX67" fmla="*/ 2539871 w 4097580"/>
              <a:gd name="connsiteY67" fmla="*/ 4035854 h 4097580"/>
              <a:gd name="connsiteX68" fmla="*/ 1587371 w 4097580"/>
              <a:gd name="connsiteY68" fmla="*/ 54099 h 4097580"/>
              <a:gd name="connsiteX69" fmla="*/ 1587371 w 4097580"/>
              <a:gd name="connsiteY69" fmla="*/ 4043481 h 4097580"/>
              <a:gd name="connsiteX70" fmla="*/ 1492098 w 4097580"/>
              <a:gd name="connsiteY70" fmla="*/ 4018984 h 4097580"/>
              <a:gd name="connsiteX71" fmla="*/ 1492098 w 4097580"/>
              <a:gd name="connsiteY71" fmla="*/ 78597 h 4097580"/>
              <a:gd name="connsiteX72" fmla="*/ 2277928 w 4097580"/>
              <a:gd name="connsiteY72" fmla="*/ 13579 h 4097580"/>
              <a:gd name="connsiteX73" fmla="*/ 2373201 w 4097580"/>
              <a:gd name="connsiteY73" fmla="*/ 28119 h 4097580"/>
              <a:gd name="connsiteX74" fmla="*/ 2373201 w 4097580"/>
              <a:gd name="connsiteY74" fmla="*/ 4069461 h 4097580"/>
              <a:gd name="connsiteX75" fmla="*/ 2277928 w 4097580"/>
              <a:gd name="connsiteY75" fmla="*/ 4084002 h 4097580"/>
              <a:gd name="connsiteX76" fmla="*/ 1849314 w 4097580"/>
              <a:gd name="connsiteY76" fmla="*/ 10073 h 4097580"/>
              <a:gd name="connsiteX77" fmla="*/ 1849314 w 4097580"/>
              <a:gd name="connsiteY77" fmla="*/ 4087507 h 4097580"/>
              <a:gd name="connsiteX78" fmla="*/ 1839313 w 4097580"/>
              <a:gd name="connsiteY78" fmla="*/ 4087002 h 4097580"/>
              <a:gd name="connsiteX79" fmla="*/ 1754041 w 4097580"/>
              <a:gd name="connsiteY79" fmla="*/ 4073988 h 4097580"/>
              <a:gd name="connsiteX80" fmla="*/ 1754041 w 4097580"/>
              <a:gd name="connsiteY80" fmla="*/ 23592 h 4097580"/>
              <a:gd name="connsiteX81" fmla="*/ 1839313 w 4097580"/>
              <a:gd name="connsiteY81" fmla="*/ 10578 h 4097580"/>
              <a:gd name="connsiteX82" fmla="*/ 2048790 w 4097580"/>
              <a:gd name="connsiteY82" fmla="*/ 0 h 4097580"/>
              <a:gd name="connsiteX83" fmla="*/ 2111258 w 4097580"/>
              <a:gd name="connsiteY83" fmla="*/ 3155 h 4097580"/>
              <a:gd name="connsiteX84" fmla="*/ 2111258 w 4097580"/>
              <a:gd name="connsiteY84" fmla="*/ 4094426 h 4097580"/>
              <a:gd name="connsiteX85" fmla="*/ 2048790 w 4097580"/>
              <a:gd name="connsiteY85" fmla="*/ 4097580 h 4097580"/>
              <a:gd name="connsiteX86" fmla="*/ 2015985 w 4097580"/>
              <a:gd name="connsiteY86" fmla="*/ 4095924 h 4097580"/>
              <a:gd name="connsiteX87" fmla="*/ 2015985 w 4097580"/>
              <a:gd name="connsiteY87" fmla="*/ 1657 h 4097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4097580" h="4097580">
                <a:moveTo>
                  <a:pt x="15665" y="1805980"/>
                </a:moveTo>
                <a:lnTo>
                  <a:pt x="15665" y="2291600"/>
                </a:lnTo>
                <a:lnTo>
                  <a:pt x="10578" y="2258267"/>
                </a:lnTo>
                <a:cubicBezTo>
                  <a:pt x="3583" y="2189393"/>
                  <a:pt x="0" y="2119510"/>
                  <a:pt x="0" y="2048790"/>
                </a:cubicBezTo>
                <a:cubicBezTo>
                  <a:pt x="0" y="1978070"/>
                  <a:pt x="3583" y="1908188"/>
                  <a:pt x="10578" y="1839313"/>
                </a:cubicBezTo>
                <a:close/>
                <a:moveTo>
                  <a:pt x="4055974" y="1636007"/>
                </a:moveTo>
                <a:lnTo>
                  <a:pt x="4087002" y="1839313"/>
                </a:lnTo>
                <a:cubicBezTo>
                  <a:pt x="4093997" y="1908188"/>
                  <a:pt x="4097580" y="1978070"/>
                  <a:pt x="4097580" y="2048790"/>
                </a:cubicBezTo>
                <a:cubicBezTo>
                  <a:pt x="4097580" y="2119510"/>
                  <a:pt x="4093997" y="2189393"/>
                  <a:pt x="4087002" y="2258267"/>
                </a:cubicBezTo>
                <a:lnTo>
                  <a:pt x="4055974" y="2461574"/>
                </a:lnTo>
                <a:close/>
                <a:moveTo>
                  <a:pt x="277609" y="1022289"/>
                </a:moveTo>
                <a:lnTo>
                  <a:pt x="277609" y="3075291"/>
                </a:lnTo>
                <a:lnTo>
                  <a:pt x="247278" y="3025365"/>
                </a:lnTo>
                <a:lnTo>
                  <a:pt x="182336" y="2890554"/>
                </a:lnTo>
                <a:lnTo>
                  <a:pt x="182336" y="1207027"/>
                </a:lnTo>
                <a:lnTo>
                  <a:pt x="247278" y="1072216"/>
                </a:lnTo>
                <a:close/>
                <a:moveTo>
                  <a:pt x="3794031" y="979591"/>
                </a:moveTo>
                <a:lnTo>
                  <a:pt x="3850302" y="1072216"/>
                </a:lnTo>
                <a:lnTo>
                  <a:pt x="3889304" y="1153179"/>
                </a:lnTo>
                <a:lnTo>
                  <a:pt x="3889304" y="2944402"/>
                </a:lnTo>
                <a:lnTo>
                  <a:pt x="3850302" y="3025365"/>
                </a:lnTo>
                <a:lnTo>
                  <a:pt x="3794031" y="3117990"/>
                </a:lnTo>
                <a:close/>
                <a:moveTo>
                  <a:pt x="539552" y="666671"/>
                </a:moveTo>
                <a:lnTo>
                  <a:pt x="539552" y="3430909"/>
                </a:lnTo>
                <a:lnTo>
                  <a:pt x="467844" y="3352011"/>
                </a:lnTo>
                <a:lnTo>
                  <a:pt x="444279" y="3320497"/>
                </a:lnTo>
                <a:lnTo>
                  <a:pt x="444279" y="777083"/>
                </a:lnTo>
                <a:lnTo>
                  <a:pt x="467844" y="745570"/>
                </a:lnTo>
                <a:close/>
                <a:moveTo>
                  <a:pt x="3532087" y="638129"/>
                </a:moveTo>
                <a:lnTo>
                  <a:pt x="3627360" y="742956"/>
                </a:lnTo>
                <a:lnTo>
                  <a:pt x="3627360" y="3354625"/>
                </a:lnTo>
                <a:lnTo>
                  <a:pt x="3532087" y="3459451"/>
                </a:lnTo>
                <a:close/>
                <a:moveTo>
                  <a:pt x="801541" y="425990"/>
                </a:moveTo>
                <a:lnTo>
                  <a:pt x="801541" y="3671591"/>
                </a:lnTo>
                <a:lnTo>
                  <a:pt x="745570" y="3629736"/>
                </a:lnTo>
                <a:lnTo>
                  <a:pt x="706268" y="3594016"/>
                </a:lnTo>
                <a:lnTo>
                  <a:pt x="706268" y="503564"/>
                </a:lnTo>
                <a:lnTo>
                  <a:pt x="745570" y="467845"/>
                </a:lnTo>
                <a:close/>
                <a:moveTo>
                  <a:pt x="3270144" y="406626"/>
                </a:moveTo>
                <a:lnTo>
                  <a:pt x="3352010" y="467845"/>
                </a:lnTo>
                <a:lnTo>
                  <a:pt x="3365417" y="480029"/>
                </a:lnTo>
                <a:lnTo>
                  <a:pt x="3365417" y="3617551"/>
                </a:lnTo>
                <a:lnTo>
                  <a:pt x="3352010" y="3629736"/>
                </a:lnTo>
                <a:lnTo>
                  <a:pt x="3270144" y="3690954"/>
                </a:lnTo>
                <a:close/>
                <a:moveTo>
                  <a:pt x="3063758" y="270603"/>
                </a:moveTo>
                <a:lnTo>
                  <a:pt x="3159031" y="328483"/>
                </a:lnTo>
                <a:lnTo>
                  <a:pt x="3159031" y="3769098"/>
                </a:lnTo>
                <a:lnTo>
                  <a:pt x="3063758" y="3826978"/>
                </a:lnTo>
                <a:close/>
                <a:moveTo>
                  <a:pt x="1063485" y="252582"/>
                </a:moveTo>
                <a:lnTo>
                  <a:pt x="1063485" y="3844998"/>
                </a:lnTo>
                <a:lnTo>
                  <a:pt x="968212" y="3787118"/>
                </a:lnTo>
                <a:lnTo>
                  <a:pt x="968212" y="310462"/>
                </a:lnTo>
                <a:close/>
                <a:moveTo>
                  <a:pt x="2801814" y="144733"/>
                </a:moveTo>
                <a:lnTo>
                  <a:pt x="2846271" y="161004"/>
                </a:lnTo>
                <a:lnTo>
                  <a:pt x="2897087" y="185484"/>
                </a:lnTo>
                <a:lnTo>
                  <a:pt x="2897087" y="3912097"/>
                </a:lnTo>
                <a:lnTo>
                  <a:pt x="2846271" y="3936576"/>
                </a:lnTo>
                <a:lnTo>
                  <a:pt x="2801814" y="3952848"/>
                </a:lnTo>
                <a:close/>
                <a:moveTo>
                  <a:pt x="1325428" y="133876"/>
                </a:moveTo>
                <a:lnTo>
                  <a:pt x="1325428" y="3963704"/>
                </a:lnTo>
                <a:lnTo>
                  <a:pt x="1251309" y="3936576"/>
                </a:lnTo>
                <a:lnTo>
                  <a:pt x="1230155" y="3926386"/>
                </a:lnTo>
                <a:lnTo>
                  <a:pt x="1230155" y="171195"/>
                </a:lnTo>
                <a:lnTo>
                  <a:pt x="1251309" y="161004"/>
                </a:lnTo>
                <a:close/>
                <a:moveTo>
                  <a:pt x="2539871" y="61726"/>
                </a:moveTo>
                <a:lnTo>
                  <a:pt x="2635144" y="86223"/>
                </a:lnTo>
                <a:lnTo>
                  <a:pt x="2635144" y="4011357"/>
                </a:lnTo>
                <a:lnTo>
                  <a:pt x="2539871" y="4035854"/>
                </a:lnTo>
                <a:close/>
                <a:moveTo>
                  <a:pt x="1587371" y="54099"/>
                </a:moveTo>
                <a:lnTo>
                  <a:pt x="1587371" y="4043481"/>
                </a:lnTo>
                <a:lnTo>
                  <a:pt x="1492098" y="4018984"/>
                </a:lnTo>
                <a:lnTo>
                  <a:pt x="1492098" y="78597"/>
                </a:lnTo>
                <a:close/>
                <a:moveTo>
                  <a:pt x="2277928" y="13579"/>
                </a:moveTo>
                <a:lnTo>
                  <a:pt x="2373201" y="28119"/>
                </a:lnTo>
                <a:lnTo>
                  <a:pt x="2373201" y="4069461"/>
                </a:lnTo>
                <a:lnTo>
                  <a:pt x="2277928" y="4084002"/>
                </a:lnTo>
                <a:close/>
                <a:moveTo>
                  <a:pt x="1849314" y="10073"/>
                </a:moveTo>
                <a:lnTo>
                  <a:pt x="1849314" y="4087507"/>
                </a:lnTo>
                <a:lnTo>
                  <a:pt x="1839313" y="4087002"/>
                </a:lnTo>
                <a:lnTo>
                  <a:pt x="1754041" y="4073988"/>
                </a:lnTo>
                <a:lnTo>
                  <a:pt x="1754041" y="23592"/>
                </a:lnTo>
                <a:lnTo>
                  <a:pt x="1839313" y="10578"/>
                </a:lnTo>
                <a:close/>
                <a:moveTo>
                  <a:pt x="2048790" y="0"/>
                </a:moveTo>
                <a:lnTo>
                  <a:pt x="2111258" y="3155"/>
                </a:lnTo>
                <a:lnTo>
                  <a:pt x="2111258" y="4094426"/>
                </a:lnTo>
                <a:lnTo>
                  <a:pt x="2048790" y="4097580"/>
                </a:lnTo>
                <a:lnTo>
                  <a:pt x="2015985" y="4095924"/>
                </a:lnTo>
                <a:lnTo>
                  <a:pt x="2015985" y="1657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461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pic>
        <p:nvPicPr>
          <p:cNvPr id="9" name="图形 8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43038" b="60669"/>
          <a:stretch>
            <a:fillRect/>
          </a:stretch>
        </p:blipFill>
        <p:spPr>
          <a:xfrm>
            <a:off x="1" y="5440310"/>
            <a:ext cx="2770308" cy="1417690"/>
          </a:xfrm>
          <a:custGeom>
            <a:avLst/>
            <a:gdLst>
              <a:gd name="connsiteX0" fmla="*/ 0 w 3107805"/>
              <a:gd name="connsiteY0" fmla="*/ 0 h 1590402"/>
              <a:gd name="connsiteX1" fmla="*/ 3107805 w 3107805"/>
              <a:gd name="connsiteY1" fmla="*/ 0 h 1590402"/>
              <a:gd name="connsiteX2" fmla="*/ 3107805 w 3107805"/>
              <a:gd name="connsiteY2" fmla="*/ 1590402 h 1590402"/>
              <a:gd name="connsiteX3" fmla="*/ 0 w 3107805"/>
              <a:gd name="connsiteY3" fmla="*/ 1590402 h 1590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07805" h="1590402">
                <a:moveTo>
                  <a:pt x="0" y="0"/>
                </a:moveTo>
                <a:lnTo>
                  <a:pt x="3107805" y="0"/>
                </a:lnTo>
                <a:lnTo>
                  <a:pt x="3107805" y="1590402"/>
                </a:lnTo>
                <a:lnTo>
                  <a:pt x="0" y="1590402"/>
                </a:lnTo>
                <a:close/>
              </a:path>
            </a:pathLst>
          </a:custGeom>
        </p:spPr>
      </p:pic>
      <p:sp>
        <p:nvSpPr>
          <p:cNvPr id="11" name="任意多边形: 形状 10"/>
          <p:cNvSpPr/>
          <p:nvPr userDrawn="1">
            <p:custDataLst>
              <p:tags r:id="rId7"/>
            </p:custDataLst>
          </p:nvPr>
        </p:nvSpPr>
        <p:spPr>
          <a:xfrm>
            <a:off x="1" y="0"/>
            <a:ext cx="1743172" cy="1606532"/>
          </a:xfrm>
          <a:custGeom>
            <a:avLst/>
            <a:gdLst>
              <a:gd name="connsiteX0" fmla="*/ 0 w 3826529"/>
              <a:gd name="connsiteY0" fmla="*/ 0 h 3201328"/>
              <a:gd name="connsiteX1" fmla="*/ 3724251 w 3826529"/>
              <a:gd name="connsiteY1" fmla="*/ 0 h 3201328"/>
              <a:gd name="connsiteX2" fmla="*/ 3745355 w 3826529"/>
              <a:gd name="connsiteY2" fmla="*/ 38993 h 3201328"/>
              <a:gd name="connsiteX3" fmla="*/ 3734162 w 3826529"/>
              <a:gd name="connsiteY3" fmla="*/ 728290 h 3201328"/>
              <a:gd name="connsiteX4" fmla="*/ 1484166 w 3826529"/>
              <a:gd name="connsiteY4" fmla="*/ 903298 h 3201328"/>
              <a:gd name="connsiteX5" fmla="*/ 734167 w 3826529"/>
              <a:gd name="connsiteY5" fmla="*/ 3028303 h 3201328"/>
              <a:gd name="connsiteX6" fmla="*/ 67185 w 3826529"/>
              <a:gd name="connsiteY6" fmla="*/ 3201070 h 3201328"/>
              <a:gd name="connsiteX7" fmla="*/ 0 w 3826529"/>
              <a:gd name="connsiteY7" fmla="*/ 3196711 h 3201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26529" h="3201328">
                <a:moveTo>
                  <a:pt x="0" y="0"/>
                </a:moveTo>
                <a:lnTo>
                  <a:pt x="3724251" y="0"/>
                </a:lnTo>
                <a:lnTo>
                  <a:pt x="3745355" y="38993"/>
                </a:lnTo>
                <a:cubicBezTo>
                  <a:pt x="3850863" y="273070"/>
                  <a:pt x="3860039" y="558661"/>
                  <a:pt x="3734162" y="728290"/>
                </a:cubicBezTo>
                <a:cubicBezTo>
                  <a:pt x="3374913" y="1212391"/>
                  <a:pt x="2188625" y="384111"/>
                  <a:pt x="1484166" y="903298"/>
                </a:cubicBezTo>
                <a:cubicBezTo>
                  <a:pt x="802698" y="1405563"/>
                  <a:pt x="1379236" y="2573921"/>
                  <a:pt x="734167" y="3028303"/>
                </a:cubicBezTo>
                <a:cubicBezTo>
                  <a:pt x="564465" y="3147834"/>
                  <a:pt x="327588" y="3205714"/>
                  <a:pt x="67185" y="3201070"/>
                </a:cubicBezTo>
                <a:lnTo>
                  <a:pt x="0" y="3196711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50000"/>
            </a:schemeClr>
          </a:solidFill>
          <a:ln w="449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" name="任意多边形: 形状 11"/>
          <p:cNvSpPr/>
          <p:nvPr userDrawn="1">
            <p:custDataLst>
              <p:tags r:id="rId8"/>
            </p:custDataLst>
          </p:nvPr>
        </p:nvSpPr>
        <p:spPr>
          <a:xfrm>
            <a:off x="8287910" y="0"/>
            <a:ext cx="3904089" cy="6858000"/>
          </a:xfrm>
          <a:custGeom>
            <a:avLst/>
            <a:gdLst>
              <a:gd name="connsiteX0" fmla="*/ 1406 w 3904089"/>
              <a:gd name="connsiteY0" fmla="*/ 0 h 6858000"/>
              <a:gd name="connsiteX1" fmla="*/ 3904089 w 3904089"/>
              <a:gd name="connsiteY1" fmla="*/ 0 h 6858000"/>
              <a:gd name="connsiteX2" fmla="*/ 3904089 w 3904089"/>
              <a:gd name="connsiteY2" fmla="*/ 6858000 h 6858000"/>
              <a:gd name="connsiteX3" fmla="*/ 1822167 w 3904089"/>
              <a:gd name="connsiteY3" fmla="*/ 6858000 h 6858000"/>
              <a:gd name="connsiteX4" fmla="*/ 1815625 w 3904089"/>
              <a:gd name="connsiteY4" fmla="*/ 6846826 h 6858000"/>
              <a:gd name="connsiteX5" fmla="*/ 1641075 w 3904089"/>
              <a:gd name="connsiteY5" fmla="*/ 6139494 h 6858000"/>
              <a:gd name="connsiteX6" fmla="*/ 2622139 w 3904089"/>
              <a:gd name="connsiteY6" fmla="*/ 4373563 h 6858000"/>
              <a:gd name="connsiteX7" fmla="*/ 1416813 w 3904089"/>
              <a:gd name="connsiteY7" fmla="*/ 2803855 h 6858000"/>
              <a:gd name="connsiteX8" fmla="*/ 1010359 w 3904089"/>
              <a:gd name="connsiteY8" fmla="*/ 1416338 h 6858000"/>
              <a:gd name="connsiteX9" fmla="*/ 1256 w 3904089"/>
              <a:gd name="connsiteY9" fmla="*/ 78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904089" h="6858000">
                <a:moveTo>
                  <a:pt x="1406" y="0"/>
                </a:moveTo>
                <a:lnTo>
                  <a:pt x="3904089" y="0"/>
                </a:lnTo>
                <a:lnTo>
                  <a:pt x="3904089" y="6858000"/>
                </a:lnTo>
                <a:lnTo>
                  <a:pt x="1822167" y="6858000"/>
                </a:lnTo>
                <a:lnTo>
                  <a:pt x="1815625" y="6846826"/>
                </a:lnTo>
                <a:cubicBezTo>
                  <a:pt x="1694401" y="6613766"/>
                  <a:pt x="1628724" y="6370346"/>
                  <a:pt x="1641075" y="6139494"/>
                </a:cubicBezTo>
                <a:cubicBezTo>
                  <a:pt x="1685118" y="5315945"/>
                  <a:pt x="2698006" y="5104927"/>
                  <a:pt x="2622139" y="4373563"/>
                </a:cubicBezTo>
                <a:cubicBezTo>
                  <a:pt x="2560989" y="3784368"/>
                  <a:pt x="1888831" y="3779165"/>
                  <a:pt x="1416813" y="2803855"/>
                </a:cubicBezTo>
                <a:cubicBezTo>
                  <a:pt x="1124567" y="2199996"/>
                  <a:pt x="1314930" y="2062927"/>
                  <a:pt x="1010359" y="1416338"/>
                </a:cubicBezTo>
                <a:cubicBezTo>
                  <a:pt x="562491" y="465573"/>
                  <a:pt x="-30936" y="376042"/>
                  <a:pt x="1256" y="78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262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pic>
        <p:nvPicPr>
          <p:cNvPr id="13" name="图形 12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 rotWithShape="1"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b="24472"/>
          <a:stretch>
            <a:fillRect/>
          </a:stretch>
        </p:blipFill>
        <p:spPr>
          <a:xfrm>
            <a:off x="9242181" y="4915715"/>
            <a:ext cx="2880000" cy="1942285"/>
          </a:xfrm>
          <a:prstGeom prst="rect">
            <a:avLst/>
          </a:prstGeom>
        </p:spPr>
      </p:pic>
      <p:pic>
        <p:nvPicPr>
          <p:cNvPr id="15" name="图形 14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593240" y="0"/>
            <a:ext cx="1598760" cy="2567154"/>
          </a:xfrm>
          <a:prstGeom prst="rect">
            <a:avLst/>
          </a:prstGeom>
        </p:spPr>
      </p:pic>
      <p:pic>
        <p:nvPicPr>
          <p:cNvPr id="16" name="图形 15"/>
          <p:cNvPicPr>
            <a:picLocks noChangeAspect="1"/>
          </p:cNvPicPr>
          <p:nvPr userDrawn="1"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flipH="1" flipV="1">
            <a:off x="10649993" y="6201861"/>
            <a:ext cx="973273" cy="656139"/>
          </a:xfrm>
          <a:prstGeom prst="rect">
            <a:avLst/>
          </a:prstGeom>
        </p:spPr>
      </p:pic>
      <p:pic>
        <p:nvPicPr>
          <p:cNvPr id="17" name="图形 16"/>
          <p:cNvPicPr>
            <a:picLocks noChangeAspect="1"/>
          </p:cNvPicPr>
          <p:nvPr userDrawn="1"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728431" y="5306515"/>
            <a:ext cx="2463569" cy="1551485"/>
          </a:xfrm>
          <a:prstGeom prst="rect">
            <a:avLst/>
          </a:prstGeom>
        </p:spPr>
      </p:pic>
      <p:sp>
        <p:nvSpPr>
          <p:cNvPr id="19" name="任意多边形: 形状 18"/>
          <p:cNvSpPr/>
          <p:nvPr userDrawn="1">
            <p:custDataLst>
              <p:tags r:id="rId21"/>
            </p:custDataLst>
          </p:nvPr>
        </p:nvSpPr>
        <p:spPr>
          <a:xfrm>
            <a:off x="10276194" y="3017082"/>
            <a:ext cx="634091" cy="1138205"/>
          </a:xfrm>
          <a:custGeom>
            <a:avLst/>
            <a:gdLst>
              <a:gd name="connsiteX0" fmla="*/ 109922 w 634091"/>
              <a:gd name="connsiteY0" fmla="*/ 1077255 h 1138205"/>
              <a:gd name="connsiteX1" fmla="*/ 127723 w 634091"/>
              <a:gd name="connsiteY1" fmla="*/ 1082240 h 1138205"/>
              <a:gd name="connsiteX2" fmla="*/ 111158 w 634091"/>
              <a:gd name="connsiteY2" fmla="*/ 1134804 h 1138205"/>
              <a:gd name="connsiteX3" fmla="*/ 64778 w 634091"/>
              <a:gd name="connsiteY3" fmla="*/ 1121665 h 1138205"/>
              <a:gd name="connsiteX4" fmla="*/ 91284 w 634091"/>
              <a:gd name="connsiteY4" fmla="*/ 1082240 h 1138205"/>
              <a:gd name="connsiteX5" fmla="*/ 109922 w 634091"/>
              <a:gd name="connsiteY5" fmla="*/ 1077255 h 1138205"/>
              <a:gd name="connsiteX6" fmla="*/ 275704 w 634091"/>
              <a:gd name="connsiteY6" fmla="*/ 1077248 h 1138205"/>
              <a:gd name="connsiteX7" fmla="*/ 293505 w 634091"/>
              <a:gd name="connsiteY7" fmla="*/ 1082233 h 1138205"/>
              <a:gd name="connsiteX8" fmla="*/ 276940 w 634091"/>
              <a:gd name="connsiteY8" fmla="*/ 1134805 h 1138205"/>
              <a:gd name="connsiteX9" fmla="*/ 230560 w 634091"/>
              <a:gd name="connsiteY9" fmla="*/ 1121666 h 1138205"/>
              <a:gd name="connsiteX10" fmla="*/ 230560 w 634091"/>
              <a:gd name="connsiteY10" fmla="*/ 1121658 h 1138205"/>
              <a:gd name="connsiteX11" fmla="*/ 257066 w 634091"/>
              <a:gd name="connsiteY11" fmla="*/ 1082233 h 1138205"/>
              <a:gd name="connsiteX12" fmla="*/ 275704 w 634091"/>
              <a:gd name="connsiteY12" fmla="*/ 1077248 h 1138205"/>
              <a:gd name="connsiteX13" fmla="*/ 368783 w 634091"/>
              <a:gd name="connsiteY13" fmla="*/ 959573 h 1138205"/>
              <a:gd name="connsiteX14" fmla="*/ 386584 w 634091"/>
              <a:gd name="connsiteY14" fmla="*/ 964558 h 1138205"/>
              <a:gd name="connsiteX15" fmla="*/ 370019 w 634091"/>
              <a:gd name="connsiteY15" fmla="*/ 1017122 h 1138205"/>
              <a:gd name="connsiteX16" fmla="*/ 323639 w 634091"/>
              <a:gd name="connsiteY16" fmla="*/ 1003983 h 1138205"/>
              <a:gd name="connsiteX17" fmla="*/ 350145 w 634091"/>
              <a:gd name="connsiteY17" fmla="*/ 964558 h 1138205"/>
              <a:gd name="connsiteX18" fmla="*/ 368783 w 634091"/>
              <a:gd name="connsiteY18" fmla="*/ 959573 h 1138205"/>
              <a:gd name="connsiteX19" fmla="*/ 261429 w 634091"/>
              <a:gd name="connsiteY19" fmla="*/ 934470 h 1138205"/>
              <a:gd name="connsiteX20" fmla="*/ 279230 w 634091"/>
              <a:gd name="connsiteY20" fmla="*/ 939455 h 1138205"/>
              <a:gd name="connsiteX21" fmla="*/ 262665 w 634091"/>
              <a:gd name="connsiteY21" fmla="*/ 992019 h 1138205"/>
              <a:gd name="connsiteX22" fmla="*/ 216285 w 634091"/>
              <a:gd name="connsiteY22" fmla="*/ 978880 h 1138205"/>
              <a:gd name="connsiteX23" fmla="*/ 242791 w 634091"/>
              <a:gd name="connsiteY23" fmla="*/ 939455 h 1138205"/>
              <a:gd name="connsiteX24" fmla="*/ 261429 w 634091"/>
              <a:gd name="connsiteY24" fmla="*/ 934470 h 1138205"/>
              <a:gd name="connsiteX25" fmla="*/ 70043 w 634091"/>
              <a:gd name="connsiteY25" fmla="*/ 813757 h 1138205"/>
              <a:gd name="connsiteX26" fmla="*/ 97062 w 634091"/>
              <a:gd name="connsiteY26" fmla="*/ 821387 h 1138205"/>
              <a:gd name="connsiteX27" fmla="*/ 71919 w 634091"/>
              <a:gd name="connsiteY27" fmla="*/ 901831 h 1138205"/>
              <a:gd name="connsiteX28" fmla="*/ 1524 w 634091"/>
              <a:gd name="connsiteY28" fmla="*/ 881723 h 1138205"/>
              <a:gd name="connsiteX29" fmla="*/ 41751 w 634091"/>
              <a:gd name="connsiteY29" fmla="*/ 821387 h 1138205"/>
              <a:gd name="connsiteX30" fmla="*/ 70043 w 634091"/>
              <a:gd name="connsiteY30" fmla="*/ 813757 h 1138205"/>
              <a:gd name="connsiteX31" fmla="*/ 253029 w 634091"/>
              <a:gd name="connsiteY31" fmla="*/ 767011 h 1138205"/>
              <a:gd name="connsiteX32" fmla="*/ 267543 w 634091"/>
              <a:gd name="connsiteY32" fmla="*/ 771075 h 1138205"/>
              <a:gd name="connsiteX33" fmla="*/ 254037 w 634091"/>
              <a:gd name="connsiteY33" fmla="*/ 813932 h 1138205"/>
              <a:gd name="connsiteX34" fmla="*/ 216223 w 634091"/>
              <a:gd name="connsiteY34" fmla="*/ 803219 h 1138205"/>
              <a:gd name="connsiteX35" fmla="*/ 237834 w 634091"/>
              <a:gd name="connsiteY35" fmla="*/ 771075 h 1138205"/>
              <a:gd name="connsiteX36" fmla="*/ 253029 w 634091"/>
              <a:gd name="connsiteY36" fmla="*/ 767011 h 1138205"/>
              <a:gd name="connsiteX37" fmla="*/ 473911 w 634091"/>
              <a:gd name="connsiteY37" fmla="*/ 761417 h 1138205"/>
              <a:gd name="connsiteX38" fmla="*/ 491712 w 634091"/>
              <a:gd name="connsiteY38" fmla="*/ 766402 h 1138205"/>
              <a:gd name="connsiteX39" fmla="*/ 475147 w 634091"/>
              <a:gd name="connsiteY39" fmla="*/ 818974 h 1138205"/>
              <a:gd name="connsiteX40" fmla="*/ 428767 w 634091"/>
              <a:gd name="connsiteY40" fmla="*/ 805835 h 1138205"/>
              <a:gd name="connsiteX41" fmla="*/ 428767 w 634091"/>
              <a:gd name="connsiteY41" fmla="*/ 805827 h 1138205"/>
              <a:gd name="connsiteX42" fmla="*/ 455273 w 634091"/>
              <a:gd name="connsiteY42" fmla="*/ 766402 h 1138205"/>
              <a:gd name="connsiteX43" fmla="*/ 473911 w 634091"/>
              <a:gd name="connsiteY43" fmla="*/ 761417 h 1138205"/>
              <a:gd name="connsiteX44" fmla="*/ 198162 w 634091"/>
              <a:gd name="connsiteY44" fmla="*/ 613030 h 1138205"/>
              <a:gd name="connsiteX45" fmla="*/ 211379 w 634091"/>
              <a:gd name="connsiteY45" fmla="*/ 616762 h 1138205"/>
              <a:gd name="connsiteX46" fmla="*/ 199080 w 634091"/>
              <a:gd name="connsiteY46" fmla="*/ 656112 h 1138205"/>
              <a:gd name="connsiteX47" fmla="*/ 164645 w 634091"/>
              <a:gd name="connsiteY47" fmla="*/ 646276 h 1138205"/>
              <a:gd name="connsiteX48" fmla="*/ 184323 w 634091"/>
              <a:gd name="connsiteY48" fmla="*/ 616762 h 1138205"/>
              <a:gd name="connsiteX49" fmla="*/ 198162 w 634091"/>
              <a:gd name="connsiteY49" fmla="*/ 613030 h 1138205"/>
              <a:gd name="connsiteX50" fmla="*/ 391308 w 634091"/>
              <a:gd name="connsiteY50" fmla="*/ 594870 h 1138205"/>
              <a:gd name="connsiteX51" fmla="*/ 399135 w 634091"/>
              <a:gd name="connsiteY51" fmla="*/ 677035 h 1138205"/>
              <a:gd name="connsiteX52" fmla="*/ 328708 w 634091"/>
              <a:gd name="connsiteY52" fmla="*/ 684863 h 1138205"/>
              <a:gd name="connsiteX53" fmla="*/ 316970 w 634091"/>
              <a:gd name="connsiteY53" fmla="*/ 649650 h 1138205"/>
              <a:gd name="connsiteX54" fmla="*/ 344356 w 634091"/>
              <a:gd name="connsiteY54" fmla="*/ 606608 h 1138205"/>
              <a:gd name="connsiteX55" fmla="*/ 391308 w 634091"/>
              <a:gd name="connsiteY55" fmla="*/ 594870 h 1138205"/>
              <a:gd name="connsiteX56" fmla="*/ 392859 w 634091"/>
              <a:gd name="connsiteY56" fmla="*/ 351638 h 1138205"/>
              <a:gd name="connsiteX57" fmla="*/ 434663 w 634091"/>
              <a:gd name="connsiteY57" fmla="*/ 363344 h 1138205"/>
              <a:gd name="connsiteX58" fmla="*/ 395762 w 634091"/>
              <a:gd name="connsiteY58" fmla="*/ 486785 h 1138205"/>
              <a:gd name="connsiteX59" fmla="*/ 286844 w 634091"/>
              <a:gd name="connsiteY59" fmla="*/ 455929 h 1138205"/>
              <a:gd name="connsiteX60" fmla="*/ 349090 w 634091"/>
              <a:gd name="connsiteY60" fmla="*/ 363344 h 1138205"/>
              <a:gd name="connsiteX61" fmla="*/ 392859 w 634091"/>
              <a:gd name="connsiteY61" fmla="*/ 351638 h 1138205"/>
              <a:gd name="connsiteX62" fmla="*/ 207870 w 634091"/>
              <a:gd name="connsiteY62" fmla="*/ 258230 h 1138205"/>
              <a:gd name="connsiteX63" fmla="*/ 257246 w 634091"/>
              <a:gd name="connsiteY63" fmla="*/ 272172 h 1138205"/>
              <a:gd name="connsiteX64" fmla="*/ 211299 w 634091"/>
              <a:gd name="connsiteY64" fmla="*/ 419181 h 1138205"/>
              <a:gd name="connsiteX65" fmla="*/ 82655 w 634091"/>
              <a:gd name="connsiteY65" fmla="*/ 382433 h 1138205"/>
              <a:gd name="connsiteX66" fmla="*/ 156168 w 634091"/>
              <a:gd name="connsiteY66" fmla="*/ 272172 h 1138205"/>
              <a:gd name="connsiteX67" fmla="*/ 207870 w 634091"/>
              <a:gd name="connsiteY67" fmla="*/ 258230 h 1138205"/>
              <a:gd name="connsiteX68" fmla="*/ 579941 w 634091"/>
              <a:gd name="connsiteY68" fmla="*/ 186436 h 1138205"/>
              <a:gd name="connsiteX69" fmla="*/ 621745 w 634091"/>
              <a:gd name="connsiteY69" fmla="*/ 198142 h 1138205"/>
              <a:gd name="connsiteX70" fmla="*/ 582844 w 634091"/>
              <a:gd name="connsiteY70" fmla="*/ 321600 h 1138205"/>
              <a:gd name="connsiteX71" fmla="*/ 473926 w 634091"/>
              <a:gd name="connsiteY71" fmla="*/ 290745 h 1138205"/>
              <a:gd name="connsiteX72" fmla="*/ 473926 w 634091"/>
              <a:gd name="connsiteY72" fmla="*/ 290727 h 1138205"/>
              <a:gd name="connsiteX73" fmla="*/ 536172 w 634091"/>
              <a:gd name="connsiteY73" fmla="*/ 198142 h 1138205"/>
              <a:gd name="connsiteX74" fmla="*/ 579941 w 634091"/>
              <a:gd name="connsiteY74" fmla="*/ 186436 h 1138205"/>
              <a:gd name="connsiteX75" fmla="*/ 425741 w 634091"/>
              <a:gd name="connsiteY75" fmla="*/ 306 h 1138205"/>
              <a:gd name="connsiteX76" fmla="*/ 459369 w 634091"/>
              <a:gd name="connsiteY76" fmla="*/ 5702 h 1138205"/>
              <a:gd name="connsiteX77" fmla="*/ 477751 w 634091"/>
              <a:gd name="connsiteY77" fmla="*/ 198659 h 1138205"/>
              <a:gd name="connsiteX78" fmla="*/ 312360 w 634091"/>
              <a:gd name="connsiteY78" fmla="*/ 217042 h 1138205"/>
              <a:gd name="connsiteX79" fmla="*/ 284794 w 634091"/>
              <a:gd name="connsiteY79" fmla="*/ 134346 h 1138205"/>
              <a:gd name="connsiteX80" fmla="*/ 349107 w 634091"/>
              <a:gd name="connsiteY80" fmla="*/ 33267 h 1138205"/>
              <a:gd name="connsiteX81" fmla="*/ 425741 w 634091"/>
              <a:gd name="connsiteY81" fmla="*/ 306 h 1138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634091" h="1138205">
                <a:moveTo>
                  <a:pt x="109922" y="1077255"/>
                </a:moveTo>
                <a:cubicBezTo>
                  <a:pt x="116750" y="1076720"/>
                  <a:pt x="123439" y="1077846"/>
                  <a:pt x="127723" y="1082240"/>
                </a:cubicBezTo>
                <a:cubicBezTo>
                  <a:pt x="138808" y="1093612"/>
                  <a:pt x="131934" y="1124974"/>
                  <a:pt x="111158" y="1134804"/>
                </a:cubicBezTo>
                <a:cubicBezTo>
                  <a:pt x="94541" y="1142676"/>
                  <a:pt x="70002" y="1136301"/>
                  <a:pt x="64778" y="1121665"/>
                </a:cubicBezTo>
                <a:cubicBezTo>
                  <a:pt x="59416" y="1106641"/>
                  <a:pt x="76604" y="1089063"/>
                  <a:pt x="91284" y="1082240"/>
                </a:cubicBezTo>
                <a:cubicBezTo>
                  <a:pt x="96126" y="1079988"/>
                  <a:pt x="103094" y="1077791"/>
                  <a:pt x="109922" y="1077255"/>
                </a:cubicBezTo>
                <a:close/>
                <a:moveTo>
                  <a:pt x="275704" y="1077248"/>
                </a:moveTo>
                <a:cubicBezTo>
                  <a:pt x="282532" y="1076713"/>
                  <a:pt x="289221" y="1077839"/>
                  <a:pt x="293505" y="1082233"/>
                </a:cubicBezTo>
                <a:cubicBezTo>
                  <a:pt x="304590" y="1093612"/>
                  <a:pt x="297716" y="1124974"/>
                  <a:pt x="276940" y="1134805"/>
                </a:cubicBezTo>
                <a:cubicBezTo>
                  <a:pt x="260323" y="1142676"/>
                  <a:pt x="235784" y="1136301"/>
                  <a:pt x="230560" y="1121666"/>
                </a:cubicBezTo>
                <a:lnTo>
                  <a:pt x="230560" y="1121658"/>
                </a:lnTo>
                <a:cubicBezTo>
                  <a:pt x="225198" y="1106634"/>
                  <a:pt x="242386" y="1089056"/>
                  <a:pt x="257066" y="1082233"/>
                </a:cubicBezTo>
                <a:cubicBezTo>
                  <a:pt x="261908" y="1079981"/>
                  <a:pt x="268876" y="1077784"/>
                  <a:pt x="275704" y="1077248"/>
                </a:cubicBezTo>
                <a:close/>
                <a:moveTo>
                  <a:pt x="368783" y="959573"/>
                </a:moveTo>
                <a:cubicBezTo>
                  <a:pt x="375611" y="959038"/>
                  <a:pt x="382299" y="960164"/>
                  <a:pt x="386584" y="964558"/>
                </a:cubicBezTo>
                <a:cubicBezTo>
                  <a:pt x="397669" y="975930"/>
                  <a:pt x="390795" y="1007292"/>
                  <a:pt x="370019" y="1017122"/>
                </a:cubicBezTo>
                <a:cubicBezTo>
                  <a:pt x="353402" y="1024994"/>
                  <a:pt x="328863" y="1018619"/>
                  <a:pt x="323639" y="1003983"/>
                </a:cubicBezTo>
                <a:cubicBezTo>
                  <a:pt x="318277" y="988959"/>
                  <a:pt x="335465" y="971381"/>
                  <a:pt x="350145" y="964558"/>
                </a:cubicBezTo>
                <a:cubicBezTo>
                  <a:pt x="354987" y="962306"/>
                  <a:pt x="361955" y="960109"/>
                  <a:pt x="368783" y="959573"/>
                </a:cubicBezTo>
                <a:close/>
                <a:moveTo>
                  <a:pt x="261429" y="934470"/>
                </a:moveTo>
                <a:cubicBezTo>
                  <a:pt x="268257" y="933935"/>
                  <a:pt x="274946" y="935061"/>
                  <a:pt x="279230" y="939455"/>
                </a:cubicBezTo>
                <a:cubicBezTo>
                  <a:pt x="290315" y="950827"/>
                  <a:pt x="283441" y="982189"/>
                  <a:pt x="262665" y="992019"/>
                </a:cubicBezTo>
                <a:cubicBezTo>
                  <a:pt x="246048" y="999891"/>
                  <a:pt x="221509" y="993516"/>
                  <a:pt x="216285" y="978880"/>
                </a:cubicBezTo>
                <a:cubicBezTo>
                  <a:pt x="210923" y="963856"/>
                  <a:pt x="228111" y="946278"/>
                  <a:pt x="242791" y="939455"/>
                </a:cubicBezTo>
                <a:cubicBezTo>
                  <a:pt x="247633" y="937203"/>
                  <a:pt x="254601" y="935006"/>
                  <a:pt x="261429" y="934470"/>
                </a:cubicBezTo>
                <a:close/>
                <a:moveTo>
                  <a:pt x="70043" y="813757"/>
                </a:moveTo>
                <a:cubicBezTo>
                  <a:pt x="80409" y="812937"/>
                  <a:pt x="90562" y="814660"/>
                  <a:pt x="97062" y="821387"/>
                </a:cubicBezTo>
                <a:cubicBezTo>
                  <a:pt x="113890" y="838790"/>
                  <a:pt x="103444" y="886785"/>
                  <a:pt x="71919" y="901831"/>
                </a:cubicBezTo>
                <a:cubicBezTo>
                  <a:pt x="46691" y="913870"/>
                  <a:pt x="9453" y="904122"/>
                  <a:pt x="1524" y="881723"/>
                </a:cubicBezTo>
                <a:cubicBezTo>
                  <a:pt x="-6621" y="858720"/>
                  <a:pt x="19464" y="831832"/>
                  <a:pt x="41751" y="821387"/>
                </a:cubicBezTo>
                <a:cubicBezTo>
                  <a:pt x="49100" y="817941"/>
                  <a:pt x="59677" y="814578"/>
                  <a:pt x="70043" y="813757"/>
                </a:cubicBezTo>
                <a:close/>
                <a:moveTo>
                  <a:pt x="253029" y="767011"/>
                </a:moveTo>
                <a:cubicBezTo>
                  <a:pt x="258596" y="766574"/>
                  <a:pt x="264050" y="767492"/>
                  <a:pt x="267543" y="771075"/>
                </a:cubicBezTo>
                <a:cubicBezTo>
                  <a:pt x="276581" y="780346"/>
                  <a:pt x="270976" y="805916"/>
                  <a:pt x="254037" y="813932"/>
                </a:cubicBezTo>
                <a:cubicBezTo>
                  <a:pt x="240489" y="820350"/>
                  <a:pt x="220482" y="815152"/>
                  <a:pt x="216223" y="803219"/>
                </a:cubicBezTo>
                <a:cubicBezTo>
                  <a:pt x="211851" y="790969"/>
                  <a:pt x="225865" y="776638"/>
                  <a:pt x="237834" y="771075"/>
                </a:cubicBezTo>
                <a:cubicBezTo>
                  <a:pt x="241782" y="769239"/>
                  <a:pt x="247462" y="767447"/>
                  <a:pt x="253029" y="767011"/>
                </a:cubicBezTo>
                <a:close/>
                <a:moveTo>
                  <a:pt x="473911" y="761417"/>
                </a:moveTo>
                <a:cubicBezTo>
                  <a:pt x="480739" y="760882"/>
                  <a:pt x="487428" y="762008"/>
                  <a:pt x="491712" y="766402"/>
                </a:cubicBezTo>
                <a:cubicBezTo>
                  <a:pt x="502797" y="777781"/>
                  <a:pt x="495923" y="809143"/>
                  <a:pt x="475147" y="818974"/>
                </a:cubicBezTo>
                <a:cubicBezTo>
                  <a:pt x="458530" y="826845"/>
                  <a:pt x="433991" y="820470"/>
                  <a:pt x="428767" y="805835"/>
                </a:cubicBezTo>
                <a:lnTo>
                  <a:pt x="428767" y="805827"/>
                </a:lnTo>
                <a:cubicBezTo>
                  <a:pt x="423405" y="790803"/>
                  <a:pt x="440593" y="773225"/>
                  <a:pt x="455273" y="766402"/>
                </a:cubicBezTo>
                <a:cubicBezTo>
                  <a:pt x="460115" y="764150"/>
                  <a:pt x="467082" y="761953"/>
                  <a:pt x="473911" y="761417"/>
                </a:cubicBezTo>
                <a:close/>
                <a:moveTo>
                  <a:pt x="198162" y="613030"/>
                </a:moveTo>
                <a:cubicBezTo>
                  <a:pt x="203233" y="612628"/>
                  <a:pt x="208200" y="613471"/>
                  <a:pt x="211379" y="616762"/>
                </a:cubicBezTo>
                <a:cubicBezTo>
                  <a:pt x="219611" y="625274"/>
                  <a:pt x="214501" y="648752"/>
                  <a:pt x="199080" y="656112"/>
                </a:cubicBezTo>
                <a:cubicBezTo>
                  <a:pt x="186739" y="662001"/>
                  <a:pt x="168523" y="657233"/>
                  <a:pt x="164645" y="646276"/>
                </a:cubicBezTo>
                <a:cubicBezTo>
                  <a:pt x="160661" y="635023"/>
                  <a:pt x="173421" y="621871"/>
                  <a:pt x="184323" y="616762"/>
                </a:cubicBezTo>
                <a:cubicBezTo>
                  <a:pt x="187918" y="615076"/>
                  <a:pt x="193092" y="613431"/>
                  <a:pt x="198162" y="613030"/>
                </a:cubicBezTo>
                <a:close/>
                <a:moveTo>
                  <a:pt x="391308" y="594870"/>
                </a:moveTo>
                <a:cubicBezTo>
                  <a:pt x="413749" y="605507"/>
                  <a:pt x="421804" y="652107"/>
                  <a:pt x="399135" y="677035"/>
                </a:cubicBezTo>
                <a:cubicBezTo>
                  <a:pt x="381521" y="696410"/>
                  <a:pt x="346498" y="701443"/>
                  <a:pt x="328708" y="684863"/>
                </a:cubicBezTo>
                <a:cubicBezTo>
                  <a:pt x="315481" y="672531"/>
                  <a:pt x="316757" y="652892"/>
                  <a:pt x="316970" y="649650"/>
                </a:cubicBezTo>
                <a:cubicBezTo>
                  <a:pt x="318584" y="624868"/>
                  <a:pt x="338597" y="610687"/>
                  <a:pt x="344356" y="606608"/>
                </a:cubicBezTo>
                <a:cubicBezTo>
                  <a:pt x="349300" y="603109"/>
                  <a:pt x="373106" y="586243"/>
                  <a:pt x="391308" y="594870"/>
                </a:cubicBezTo>
                <a:close/>
                <a:moveTo>
                  <a:pt x="392859" y="351638"/>
                </a:moveTo>
                <a:cubicBezTo>
                  <a:pt x="408894" y="350380"/>
                  <a:pt x="424602" y="353024"/>
                  <a:pt x="434663" y="363344"/>
                </a:cubicBezTo>
                <a:cubicBezTo>
                  <a:pt x="460695" y="390048"/>
                  <a:pt x="444552" y="463699"/>
                  <a:pt x="395762" y="486785"/>
                </a:cubicBezTo>
                <a:cubicBezTo>
                  <a:pt x="356740" y="505271"/>
                  <a:pt x="299111" y="490300"/>
                  <a:pt x="286844" y="455929"/>
                </a:cubicBezTo>
                <a:cubicBezTo>
                  <a:pt x="274251" y="420646"/>
                  <a:pt x="314616" y="379367"/>
                  <a:pt x="349090" y="363344"/>
                </a:cubicBezTo>
                <a:cubicBezTo>
                  <a:pt x="360461" y="358055"/>
                  <a:pt x="376824" y="352895"/>
                  <a:pt x="392859" y="351638"/>
                </a:cubicBezTo>
                <a:close/>
                <a:moveTo>
                  <a:pt x="207870" y="258230"/>
                </a:moveTo>
                <a:cubicBezTo>
                  <a:pt x="226813" y="256731"/>
                  <a:pt x="245368" y="259879"/>
                  <a:pt x="257246" y="272172"/>
                </a:cubicBezTo>
                <a:cubicBezTo>
                  <a:pt x="287999" y="303975"/>
                  <a:pt x="268910" y="391684"/>
                  <a:pt x="211299" y="419181"/>
                </a:cubicBezTo>
                <a:cubicBezTo>
                  <a:pt x="165196" y="441181"/>
                  <a:pt x="97144" y="423367"/>
                  <a:pt x="82655" y="382433"/>
                </a:cubicBezTo>
                <a:cubicBezTo>
                  <a:pt x="67770" y="340396"/>
                  <a:pt x="115440" y="291261"/>
                  <a:pt x="156168" y="272172"/>
                </a:cubicBezTo>
                <a:cubicBezTo>
                  <a:pt x="169598" y="265875"/>
                  <a:pt x="188928" y="259729"/>
                  <a:pt x="207870" y="258230"/>
                </a:cubicBezTo>
                <a:close/>
                <a:moveTo>
                  <a:pt x="579941" y="186436"/>
                </a:moveTo>
                <a:cubicBezTo>
                  <a:pt x="595976" y="185178"/>
                  <a:pt x="611684" y="187822"/>
                  <a:pt x="621745" y="198142"/>
                </a:cubicBezTo>
                <a:cubicBezTo>
                  <a:pt x="647777" y="224864"/>
                  <a:pt x="631634" y="298514"/>
                  <a:pt x="582844" y="321600"/>
                </a:cubicBezTo>
                <a:cubicBezTo>
                  <a:pt x="543822" y="340086"/>
                  <a:pt x="486193" y="325115"/>
                  <a:pt x="473926" y="290745"/>
                </a:cubicBezTo>
                <a:lnTo>
                  <a:pt x="473926" y="290727"/>
                </a:lnTo>
                <a:cubicBezTo>
                  <a:pt x="461333" y="255444"/>
                  <a:pt x="501698" y="214165"/>
                  <a:pt x="536172" y="198142"/>
                </a:cubicBezTo>
                <a:cubicBezTo>
                  <a:pt x="547543" y="192853"/>
                  <a:pt x="563906" y="187693"/>
                  <a:pt x="579941" y="186436"/>
                </a:cubicBezTo>
                <a:close/>
                <a:moveTo>
                  <a:pt x="425741" y="306"/>
                </a:moveTo>
                <a:cubicBezTo>
                  <a:pt x="437174" y="-686"/>
                  <a:pt x="448683" y="637"/>
                  <a:pt x="459369" y="5702"/>
                </a:cubicBezTo>
                <a:cubicBezTo>
                  <a:pt x="512070" y="30683"/>
                  <a:pt x="530987" y="140117"/>
                  <a:pt x="477751" y="198659"/>
                </a:cubicBezTo>
                <a:cubicBezTo>
                  <a:pt x="436386" y="244159"/>
                  <a:pt x="354138" y="255978"/>
                  <a:pt x="312360" y="217042"/>
                </a:cubicBezTo>
                <a:cubicBezTo>
                  <a:pt x="281297" y="188081"/>
                  <a:pt x="284295" y="141961"/>
                  <a:pt x="284794" y="134346"/>
                </a:cubicBezTo>
                <a:cubicBezTo>
                  <a:pt x="288585" y="76149"/>
                  <a:pt x="335583" y="42846"/>
                  <a:pt x="349107" y="33267"/>
                </a:cubicBezTo>
                <a:cubicBezTo>
                  <a:pt x="357816" y="27104"/>
                  <a:pt x="391440" y="3284"/>
                  <a:pt x="425741" y="306"/>
                </a:cubicBezTo>
                <a:close/>
              </a:path>
            </a:pathLst>
          </a:custGeom>
          <a:solidFill>
            <a:schemeClr val="accent6"/>
          </a:solidFill>
          <a:ln w="171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pic>
        <p:nvPicPr>
          <p:cNvPr id="21" name="图形 20"/>
          <p:cNvPicPr>
            <a:picLocks noChangeAspect="1"/>
          </p:cNvPicPr>
          <p:nvPr userDrawn="1">
            <p:custDataLst>
              <p:tags r:id="rId22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flipH="1">
            <a:off x="0" y="0"/>
            <a:ext cx="1171399" cy="572874"/>
          </a:xfrm>
          <a:prstGeom prst="rect">
            <a:avLst/>
          </a:prstGeom>
        </p:spPr>
      </p:pic>
      <p:pic>
        <p:nvPicPr>
          <p:cNvPr id="22" name="图形 21"/>
          <p:cNvPicPr>
            <a:picLocks noChangeAspect="1"/>
          </p:cNvPicPr>
          <p:nvPr userDrawn="1">
            <p:custDataLst>
              <p:tags r:id="rId25"/>
            </p:custDataLst>
          </p:nvPr>
        </p:nvPicPr>
        <p:blipFill rotWithShape="1"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22673" t="1" b="9784"/>
          <a:stretch>
            <a:fillRect/>
          </a:stretch>
        </p:blipFill>
        <p:spPr>
          <a:xfrm>
            <a:off x="0" y="5138668"/>
            <a:ext cx="1171400" cy="1719332"/>
          </a:xfrm>
          <a:prstGeom prst="rect">
            <a:avLst/>
          </a:prstGeom>
        </p:spPr>
      </p:pic>
      <p:sp>
        <p:nvSpPr>
          <p:cNvPr id="23" name="任意多边形: 形状 22"/>
          <p:cNvSpPr/>
          <p:nvPr userDrawn="1">
            <p:custDataLst>
              <p:tags r:id="rId28"/>
            </p:custDataLst>
          </p:nvPr>
        </p:nvSpPr>
        <p:spPr>
          <a:xfrm rot="16200000">
            <a:off x="1166957" y="6173726"/>
            <a:ext cx="344040" cy="431339"/>
          </a:xfrm>
          <a:custGeom>
            <a:avLst/>
            <a:gdLst>
              <a:gd name="connsiteX0" fmla="*/ 83325 w 344040"/>
              <a:gd name="connsiteY0" fmla="*/ 395342 h 431339"/>
              <a:gd name="connsiteX1" fmla="*/ 74002 w 344040"/>
              <a:gd name="connsiteY1" fmla="*/ 407288 h 431339"/>
              <a:gd name="connsiteX2" fmla="*/ 52626 w 344040"/>
              <a:gd name="connsiteY2" fmla="*/ 401182 h 431339"/>
              <a:gd name="connsiteX3" fmla="*/ 64842 w 344040"/>
              <a:gd name="connsiteY3" fmla="*/ 382861 h 431339"/>
              <a:gd name="connsiteX4" fmla="*/ 73432 w 344040"/>
              <a:gd name="connsiteY4" fmla="*/ 380544 h 431339"/>
              <a:gd name="connsiteX5" fmla="*/ 81637 w 344040"/>
              <a:gd name="connsiteY5" fmla="*/ 382861 h 431339"/>
              <a:gd name="connsiteX6" fmla="*/ 83325 w 344040"/>
              <a:gd name="connsiteY6" fmla="*/ 395342 h 431339"/>
              <a:gd name="connsiteX7" fmla="*/ 118735 w 344040"/>
              <a:gd name="connsiteY7" fmla="*/ 189141 h 431339"/>
              <a:gd name="connsiteX8" fmla="*/ 81587 w 344040"/>
              <a:gd name="connsiteY8" fmla="*/ 260210 h 431339"/>
              <a:gd name="connsiteX9" fmla="*/ 1730 w 344040"/>
              <a:gd name="connsiteY9" fmla="*/ 237399 h 431339"/>
              <a:gd name="connsiteX10" fmla="*/ 47364 w 344040"/>
              <a:gd name="connsiteY10" fmla="*/ 168953 h 431339"/>
              <a:gd name="connsiteX11" fmla="*/ 79459 w 344040"/>
              <a:gd name="connsiteY11" fmla="*/ 160299 h 431339"/>
              <a:gd name="connsiteX12" fmla="*/ 110109 w 344040"/>
              <a:gd name="connsiteY12" fmla="*/ 168953 h 431339"/>
              <a:gd name="connsiteX13" fmla="*/ 118735 w 344040"/>
              <a:gd name="connsiteY13" fmla="*/ 189141 h 431339"/>
              <a:gd name="connsiteX14" fmla="*/ 206260 w 344040"/>
              <a:gd name="connsiteY14" fmla="*/ 391447 h 431339"/>
              <a:gd name="connsiteX15" fmla="*/ 198188 w 344040"/>
              <a:gd name="connsiteY15" fmla="*/ 420276 h 431339"/>
              <a:gd name="connsiteX16" fmla="*/ 154470 w 344040"/>
              <a:gd name="connsiteY16" fmla="*/ 425135 h 431339"/>
              <a:gd name="connsiteX17" fmla="*/ 147183 w 344040"/>
              <a:gd name="connsiteY17" fmla="*/ 403276 h 431339"/>
              <a:gd name="connsiteX18" fmla="*/ 164184 w 344040"/>
              <a:gd name="connsiteY18" fmla="*/ 376557 h 431339"/>
              <a:gd name="connsiteX19" fmla="*/ 193329 w 344040"/>
              <a:gd name="connsiteY19" fmla="*/ 369271 h 431339"/>
              <a:gd name="connsiteX20" fmla="*/ 206260 w 344040"/>
              <a:gd name="connsiteY20" fmla="*/ 391447 h 431339"/>
              <a:gd name="connsiteX21" fmla="*/ 227546 w 344040"/>
              <a:gd name="connsiteY21" fmla="*/ 242500 h 431339"/>
              <a:gd name="connsiteX22" fmla="*/ 196094 w 344040"/>
              <a:gd name="connsiteY22" fmla="*/ 302176 h 431339"/>
              <a:gd name="connsiteX23" fmla="*/ 128482 w 344040"/>
              <a:gd name="connsiteY23" fmla="*/ 283022 h 431339"/>
              <a:gd name="connsiteX24" fmla="*/ 167122 w 344040"/>
              <a:gd name="connsiteY24" fmla="*/ 225549 h 431339"/>
              <a:gd name="connsiteX25" fmla="*/ 194292 w 344040"/>
              <a:gd name="connsiteY25" fmla="*/ 218283 h 431339"/>
              <a:gd name="connsiteX26" fmla="*/ 220242 w 344040"/>
              <a:gd name="connsiteY26" fmla="*/ 225549 h 431339"/>
              <a:gd name="connsiteX27" fmla="*/ 227546 w 344040"/>
              <a:gd name="connsiteY27" fmla="*/ 242500 h 431339"/>
              <a:gd name="connsiteX28" fmla="*/ 265945 w 344040"/>
              <a:gd name="connsiteY28" fmla="*/ 55617 h 431339"/>
              <a:gd name="connsiteX29" fmla="*/ 246990 w 344040"/>
              <a:gd name="connsiteY29" fmla="*/ 123319 h 431339"/>
              <a:gd name="connsiteX30" fmla="*/ 144322 w 344040"/>
              <a:gd name="connsiteY30" fmla="*/ 134731 h 431339"/>
              <a:gd name="connsiteX31" fmla="*/ 127210 w 344040"/>
              <a:gd name="connsiteY31" fmla="*/ 83397 h 431339"/>
              <a:gd name="connsiteX32" fmla="*/ 167133 w 344040"/>
              <a:gd name="connsiteY32" fmla="*/ 20651 h 431339"/>
              <a:gd name="connsiteX33" fmla="*/ 214704 w 344040"/>
              <a:gd name="connsiteY33" fmla="*/ 190 h 431339"/>
              <a:gd name="connsiteX34" fmla="*/ 235579 w 344040"/>
              <a:gd name="connsiteY34" fmla="*/ 3540 h 431339"/>
              <a:gd name="connsiteX35" fmla="*/ 265945 w 344040"/>
              <a:gd name="connsiteY35" fmla="*/ 55617 h 431339"/>
              <a:gd name="connsiteX36" fmla="*/ 343679 w 344040"/>
              <a:gd name="connsiteY36" fmla="*/ 139956 h 431339"/>
              <a:gd name="connsiteX37" fmla="*/ 312227 w 344040"/>
              <a:gd name="connsiteY37" fmla="*/ 199636 h 431339"/>
              <a:gd name="connsiteX38" fmla="*/ 244615 w 344040"/>
              <a:gd name="connsiteY38" fmla="*/ 180483 h 431339"/>
              <a:gd name="connsiteX39" fmla="*/ 244615 w 344040"/>
              <a:gd name="connsiteY39" fmla="*/ 180471 h 431339"/>
              <a:gd name="connsiteX40" fmla="*/ 283255 w 344040"/>
              <a:gd name="connsiteY40" fmla="*/ 122998 h 431339"/>
              <a:gd name="connsiteX41" fmla="*/ 310425 w 344040"/>
              <a:gd name="connsiteY41" fmla="*/ 115732 h 431339"/>
              <a:gd name="connsiteX42" fmla="*/ 336375 w 344040"/>
              <a:gd name="connsiteY42" fmla="*/ 122998 h 431339"/>
              <a:gd name="connsiteX43" fmla="*/ 343679 w 344040"/>
              <a:gd name="connsiteY43" fmla="*/ 139956 h 431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344040" h="431339">
                <a:moveTo>
                  <a:pt x="83325" y="395342"/>
                </a:moveTo>
                <a:cubicBezTo>
                  <a:pt x="81975" y="400217"/>
                  <a:pt x="78789" y="405003"/>
                  <a:pt x="74002" y="407288"/>
                </a:cubicBezTo>
                <a:cubicBezTo>
                  <a:pt x="66341" y="410943"/>
                  <a:pt x="55034" y="407983"/>
                  <a:pt x="52626" y="401182"/>
                </a:cubicBezTo>
                <a:cubicBezTo>
                  <a:pt x="50153" y="394196"/>
                  <a:pt x="58074" y="386032"/>
                  <a:pt x="64842" y="382861"/>
                </a:cubicBezTo>
                <a:cubicBezTo>
                  <a:pt x="67073" y="381814"/>
                  <a:pt x="70285" y="380793"/>
                  <a:pt x="73432" y="380544"/>
                </a:cubicBezTo>
                <a:cubicBezTo>
                  <a:pt x="76580" y="380294"/>
                  <a:pt x="79663" y="380818"/>
                  <a:pt x="81637" y="382861"/>
                </a:cubicBezTo>
                <a:cubicBezTo>
                  <a:pt x="84192" y="385503"/>
                  <a:pt x="84676" y="390467"/>
                  <a:pt x="83325" y="395342"/>
                </a:cubicBezTo>
                <a:close/>
                <a:moveTo>
                  <a:pt x="118735" y="189141"/>
                </a:moveTo>
                <a:cubicBezTo>
                  <a:pt x="121780" y="213582"/>
                  <a:pt x="108409" y="247409"/>
                  <a:pt x="81587" y="260210"/>
                </a:cubicBezTo>
                <a:cubicBezTo>
                  <a:pt x="52968" y="273867"/>
                  <a:pt x="10724" y="262809"/>
                  <a:pt x="1730" y="237399"/>
                </a:cubicBezTo>
                <a:cubicBezTo>
                  <a:pt x="-7510" y="211304"/>
                  <a:pt x="22082" y="180803"/>
                  <a:pt x="47364" y="168953"/>
                </a:cubicBezTo>
                <a:cubicBezTo>
                  <a:pt x="55701" y="165044"/>
                  <a:pt x="67700" y="161229"/>
                  <a:pt x="79459" y="160299"/>
                </a:cubicBezTo>
                <a:cubicBezTo>
                  <a:pt x="91218" y="159368"/>
                  <a:pt x="102736" y="161322"/>
                  <a:pt x="110109" y="168953"/>
                </a:cubicBezTo>
                <a:cubicBezTo>
                  <a:pt x="114882" y="173889"/>
                  <a:pt x="117721" y="180993"/>
                  <a:pt x="118735" y="189141"/>
                </a:cubicBezTo>
                <a:close/>
                <a:moveTo>
                  <a:pt x="206260" y="391447"/>
                </a:moveTo>
                <a:cubicBezTo>
                  <a:pt x="207492" y="401438"/>
                  <a:pt x="205224" y="412538"/>
                  <a:pt x="198188" y="420276"/>
                </a:cubicBezTo>
                <a:cubicBezTo>
                  <a:pt x="187254" y="432303"/>
                  <a:pt x="165513" y="435427"/>
                  <a:pt x="154470" y="425135"/>
                </a:cubicBezTo>
                <a:cubicBezTo>
                  <a:pt x="146259" y="417480"/>
                  <a:pt x="147051" y="405289"/>
                  <a:pt x="147183" y="403276"/>
                </a:cubicBezTo>
                <a:cubicBezTo>
                  <a:pt x="148185" y="387893"/>
                  <a:pt x="160609" y="379090"/>
                  <a:pt x="164184" y="376557"/>
                </a:cubicBezTo>
                <a:cubicBezTo>
                  <a:pt x="167253" y="374385"/>
                  <a:pt x="182030" y="363916"/>
                  <a:pt x="193329" y="369271"/>
                </a:cubicBezTo>
                <a:cubicBezTo>
                  <a:pt x="200294" y="372572"/>
                  <a:pt x="205027" y="381455"/>
                  <a:pt x="206260" y="391447"/>
                </a:cubicBezTo>
                <a:close/>
                <a:moveTo>
                  <a:pt x="227546" y="242500"/>
                </a:moveTo>
                <a:cubicBezTo>
                  <a:pt x="230125" y="263024"/>
                  <a:pt x="218809" y="291428"/>
                  <a:pt x="196094" y="302176"/>
                </a:cubicBezTo>
                <a:cubicBezTo>
                  <a:pt x="171871" y="313652"/>
                  <a:pt x="136097" y="304358"/>
                  <a:pt x="128482" y="283022"/>
                </a:cubicBezTo>
                <a:cubicBezTo>
                  <a:pt x="120665" y="261120"/>
                  <a:pt x="145722" y="235496"/>
                  <a:pt x="167122" y="225549"/>
                </a:cubicBezTo>
                <a:cubicBezTo>
                  <a:pt x="174181" y="222266"/>
                  <a:pt x="184338" y="219063"/>
                  <a:pt x="194292" y="218283"/>
                </a:cubicBezTo>
                <a:cubicBezTo>
                  <a:pt x="204246" y="217502"/>
                  <a:pt x="213997" y="219143"/>
                  <a:pt x="220242" y="225549"/>
                </a:cubicBezTo>
                <a:cubicBezTo>
                  <a:pt x="224282" y="229693"/>
                  <a:pt x="226686" y="235659"/>
                  <a:pt x="227546" y="242500"/>
                </a:cubicBezTo>
                <a:close/>
                <a:moveTo>
                  <a:pt x="265945" y="55617"/>
                </a:moveTo>
                <a:cubicBezTo>
                  <a:pt x="268839" y="79081"/>
                  <a:pt x="263513" y="105149"/>
                  <a:pt x="246990" y="123319"/>
                </a:cubicBezTo>
                <a:cubicBezTo>
                  <a:pt x="221312" y="151564"/>
                  <a:pt x="170256" y="158901"/>
                  <a:pt x="144322" y="134731"/>
                </a:cubicBezTo>
                <a:cubicBezTo>
                  <a:pt x="125039" y="116753"/>
                  <a:pt x="126900" y="88124"/>
                  <a:pt x="127210" y="83397"/>
                </a:cubicBezTo>
                <a:cubicBezTo>
                  <a:pt x="129563" y="47270"/>
                  <a:pt x="158738" y="26597"/>
                  <a:pt x="167133" y="20651"/>
                </a:cubicBezTo>
                <a:cubicBezTo>
                  <a:pt x="172539" y="16825"/>
                  <a:pt x="193411" y="2039"/>
                  <a:pt x="214704" y="190"/>
                </a:cubicBezTo>
                <a:cubicBezTo>
                  <a:pt x="221801" y="-426"/>
                  <a:pt x="228945" y="395"/>
                  <a:pt x="235579" y="3540"/>
                </a:cubicBezTo>
                <a:cubicBezTo>
                  <a:pt x="251936" y="11293"/>
                  <a:pt x="263051" y="32153"/>
                  <a:pt x="265945" y="55617"/>
                </a:cubicBezTo>
                <a:close/>
                <a:moveTo>
                  <a:pt x="343679" y="139956"/>
                </a:moveTo>
                <a:cubicBezTo>
                  <a:pt x="346258" y="160484"/>
                  <a:pt x="334942" y="188888"/>
                  <a:pt x="312227" y="199636"/>
                </a:cubicBezTo>
                <a:cubicBezTo>
                  <a:pt x="288004" y="211112"/>
                  <a:pt x="252230" y="201818"/>
                  <a:pt x="244615" y="180483"/>
                </a:cubicBezTo>
                <a:lnTo>
                  <a:pt x="244615" y="180471"/>
                </a:lnTo>
                <a:cubicBezTo>
                  <a:pt x="236798" y="158569"/>
                  <a:pt x="261855" y="132945"/>
                  <a:pt x="283255" y="122998"/>
                </a:cubicBezTo>
                <a:cubicBezTo>
                  <a:pt x="290314" y="119715"/>
                  <a:pt x="300471" y="116512"/>
                  <a:pt x="310425" y="115732"/>
                </a:cubicBezTo>
                <a:cubicBezTo>
                  <a:pt x="320379" y="114951"/>
                  <a:pt x="330130" y="116592"/>
                  <a:pt x="336375" y="122998"/>
                </a:cubicBezTo>
                <a:cubicBezTo>
                  <a:pt x="340415" y="127145"/>
                  <a:pt x="342819" y="133113"/>
                  <a:pt x="343679" y="139956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 w="171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pic>
        <p:nvPicPr>
          <p:cNvPr id="25" name="图形 24"/>
          <p:cNvPicPr>
            <a:picLocks noChangeAspect="1"/>
          </p:cNvPicPr>
          <p:nvPr userDrawn="1">
            <p:custDataLst>
              <p:tags r:id="rId29"/>
            </p:custDataLst>
          </p:nvPr>
        </p:nvPicPr>
        <p:blipFill rotWithShape="1"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 t="36129"/>
          <a:stretch>
            <a:fillRect/>
          </a:stretch>
        </p:blipFill>
        <p:spPr>
          <a:xfrm flipH="1">
            <a:off x="9829782" y="0"/>
            <a:ext cx="820211" cy="841197"/>
          </a:xfrm>
          <a:prstGeom prst="rect">
            <a:avLst/>
          </a:prstGeom>
        </p:spPr>
      </p:pic>
      <p:sp>
        <p:nvSpPr>
          <p:cNvPr id="14" name="日期占位符 3"/>
          <p:cNvSpPr>
            <a:spLocks noGrp="1"/>
          </p:cNvSpPr>
          <p:nvPr>
            <p:ph type="dt" sz="half" idx="10"/>
            <p:custDataLst>
              <p:tags r:id="rId3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8" name="页脚占位符 4"/>
          <p:cNvSpPr>
            <a:spLocks noGrp="1"/>
          </p:cNvSpPr>
          <p:nvPr>
            <p:ph type="ftr" sz="quarter" idx="11"/>
            <p:custDataLst>
              <p:tags r:id="rId33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20" name="灯片编号占位符 5"/>
          <p:cNvSpPr>
            <a:spLocks noGrp="1"/>
          </p:cNvSpPr>
          <p:nvPr>
            <p:ph type="sldNum" sz="quarter" idx="12"/>
            <p:custDataLst>
              <p:tags r:id="rId34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8" name="Text Placeholder 27"/>
          <p:cNvSpPr>
            <a:spLocks noGrp="1"/>
          </p:cNvSpPr>
          <p:nvPr>
            <p:ph type="body" idx="17827585" hasCustomPrompt="1"/>
            <p:custDataLst>
              <p:tags r:id="rId35"/>
            </p:custDataLst>
          </p:nvPr>
        </p:nvSpPr>
        <p:spPr>
          <a:xfrm>
            <a:off x="1016000" y="1651000"/>
            <a:ext cx="60970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20XX YEAR</a:t>
            </a:r>
            <a:endParaRPr lang="zh-CN" altLang="en-US" smtClean="0"/>
          </a:p>
        </p:txBody>
      </p:sp>
      <p:sp>
        <p:nvSpPr>
          <p:cNvPr id="6" name="标题 1"/>
          <p:cNvSpPr>
            <a:spLocks noGrp="1"/>
          </p:cNvSpPr>
          <p:nvPr>
            <p:ph type="ctrTitle" idx="17826049" hasCustomPrompt="1"/>
            <p:custDataLst>
              <p:tags r:id="rId36"/>
            </p:custDataLst>
          </p:nvPr>
        </p:nvSpPr>
        <p:spPr>
          <a:xfrm>
            <a:off x="1016000" y="2159000"/>
            <a:ext cx="6352646" cy="2540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000" spc="0"/>
            </a:lvl1pPr>
          </a:lstStyle>
          <a:p>
            <a:r>
              <a:rPr lang="zh-CN" altLang="en-US" dirty="0"/>
              <a:t>单击此处
添加文档标题</a:t>
            </a:r>
            <a:endParaRPr lang="zh-CN" altLang="en-US" dirty="0"/>
          </a:p>
        </p:txBody>
      </p:sp>
      <p:sp>
        <p:nvSpPr>
          <p:cNvPr id="26" name="署名占位符 10"/>
          <p:cNvSpPr>
            <a:spLocks noGrp="1"/>
          </p:cNvSpPr>
          <p:nvPr>
            <p:ph type="body" sz="quarter" idx="18875650" hasCustomPrompt="1"/>
            <p:custDataLst>
              <p:tags r:id="rId37"/>
            </p:custDataLst>
          </p:nvPr>
        </p:nvSpPr>
        <p:spPr>
          <a:xfrm>
            <a:off x="1016000" y="4749800"/>
            <a:ext cx="2540882" cy="53340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</p:spPr>
        <p:txBody>
          <a:bodyPr vert="horz" wrap="square" lIns="0" tIns="0" rIns="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BY WPS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-1_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: 形状 8"/>
          <p:cNvSpPr/>
          <p:nvPr userDrawn="1">
            <p:custDataLst>
              <p:tags r:id="rId3"/>
            </p:custDataLst>
          </p:nvPr>
        </p:nvSpPr>
        <p:spPr>
          <a:xfrm flipV="1">
            <a:off x="0" y="3911600"/>
            <a:ext cx="3757433" cy="2946400"/>
          </a:xfrm>
          <a:custGeom>
            <a:avLst/>
            <a:gdLst>
              <a:gd name="connsiteX0" fmla="*/ 0 w 3826529"/>
              <a:gd name="connsiteY0" fmla="*/ 0 h 3201328"/>
              <a:gd name="connsiteX1" fmla="*/ 3724251 w 3826529"/>
              <a:gd name="connsiteY1" fmla="*/ 0 h 3201328"/>
              <a:gd name="connsiteX2" fmla="*/ 3745355 w 3826529"/>
              <a:gd name="connsiteY2" fmla="*/ 38993 h 3201328"/>
              <a:gd name="connsiteX3" fmla="*/ 3734162 w 3826529"/>
              <a:gd name="connsiteY3" fmla="*/ 728290 h 3201328"/>
              <a:gd name="connsiteX4" fmla="*/ 1484166 w 3826529"/>
              <a:gd name="connsiteY4" fmla="*/ 903298 h 3201328"/>
              <a:gd name="connsiteX5" fmla="*/ 734167 w 3826529"/>
              <a:gd name="connsiteY5" fmla="*/ 3028303 h 3201328"/>
              <a:gd name="connsiteX6" fmla="*/ 67185 w 3826529"/>
              <a:gd name="connsiteY6" fmla="*/ 3201070 h 3201328"/>
              <a:gd name="connsiteX7" fmla="*/ 0 w 3826529"/>
              <a:gd name="connsiteY7" fmla="*/ 3196711 h 3201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26529" h="3201328">
                <a:moveTo>
                  <a:pt x="0" y="0"/>
                </a:moveTo>
                <a:lnTo>
                  <a:pt x="3724251" y="0"/>
                </a:lnTo>
                <a:lnTo>
                  <a:pt x="3745355" y="38993"/>
                </a:lnTo>
                <a:cubicBezTo>
                  <a:pt x="3850863" y="273070"/>
                  <a:pt x="3860039" y="558661"/>
                  <a:pt x="3734162" y="728290"/>
                </a:cubicBezTo>
                <a:cubicBezTo>
                  <a:pt x="3374913" y="1212391"/>
                  <a:pt x="2188625" y="384111"/>
                  <a:pt x="1484166" y="903298"/>
                </a:cubicBezTo>
                <a:cubicBezTo>
                  <a:pt x="802698" y="1405563"/>
                  <a:pt x="1379236" y="2573921"/>
                  <a:pt x="734167" y="3028303"/>
                </a:cubicBezTo>
                <a:cubicBezTo>
                  <a:pt x="564465" y="3147834"/>
                  <a:pt x="327588" y="3205714"/>
                  <a:pt x="67185" y="3201070"/>
                </a:cubicBezTo>
                <a:lnTo>
                  <a:pt x="0" y="3196711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449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pic>
        <p:nvPicPr>
          <p:cNvPr id="10" name="图形 9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V="1">
            <a:off x="281013" y="6152023"/>
            <a:ext cx="1047200" cy="705977"/>
          </a:xfrm>
          <a:prstGeom prst="rect">
            <a:avLst/>
          </a:prstGeom>
        </p:spPr>
      </p:pic>
      <p:pic>
        <p:nvPicPr>
          <p:cNvPr id="11" name="图形 10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flipH="1">
            <a:off x="0" y="5188672"/>
            <a:ext cx="2650689" cy="1669328"/>
          </a:xfrm>
          <a:prstGeom prst="rect">
            <a:avLst/>
          </a:prstGeom>
        </p:spPr>
      </p:pic>
      <p:sp>
        <p:nvSpPr>
          <p:cNvPr id="12" name="任意多边形: 形状 11"/>
          <p:cNvSpPr/>
          <p:nvPr userDrawn="1">
            <p:custDataLst>
              <p:tags r:id="rId10"/>
            </p:custDataLst>
          </p:nvPr>
        </p:nvSpPr>
        <p:spPr>
          <a:xfrm>
            <a:off x="11152439" y="0"/>
            <a:ext cx="1039561" cy="899128"/>
          </a:xfrm>
          <a:custGeom>
            <a:avLst/>
            <a:gdLst>
              <a:gd name="connsiteX0" fmla="*/ 1212407 w 1260765"/>
              <a:gd name="connsiteY0" fmla="*/ 0 h 1090450"/>
              <a:gd name="connsiteX1" fmla="*/ 1260765 w 1260765"/>
              <a:gd name="connsiteY1" fmla="*/ 0 h 1090450"/>
              <a:gd name="connsiteX2" fmla="*/ 1260765 w 1260765"/>
              <a:gd name="connsiteY2" fmla="*/ 1075843 h 1090450"/>
              <a:gd name="connsiteX3" fmla="*/ 1212407 w 1260765"/>
              <a:gd name="connsiteY3" fmla="*/ 1083223 h 1090450"/>
              <a:gd name="connsiteX4" fmla="*/ 1072990 w 1260765"/>
              <a:gd name="connsiteY4" fmla="*/ 0 h 1090450"/>
              <a:gd name="connsiteX5" fmla="*/ 1123698 w 1260765"/>
              <a:gd name="connsiteY5" fmla="*/ 0 h 1090450"/>
              <a:gd name="connsiteX6" fmla="*/ 1123698 w 1260765"/>
              <a:gd name="connsiteY6" fmla="*/ 1088771 h 1090450"/>
              <a:gd name="connsiteX7" fmla="*/ 1090450 w 1260765"/>
              <a:gd name="connsiteY7" fmla="*/ 1090450 h 1090450"/>
              <a:gd name="connsiteX8" fmla="*/ 1072990 w 1260765"/>
              <a:gd name="connsiteY8" fmla="*/ 1089569 h 1090450"/>
              <a:gd name="connsiteX9" fmla="*/ 933572 w 1260765"/>
              <a:gd name="connsiteY9" fmla="*/ 0 h 1090450"/>
              <a:gd name="connsiteX10" fmla="*/ 984281 w 1260765"/>
              <a:gd name="connsiteY10" fmla="*/ 0 h 1090450"/>
              <a:gd name="connsiteX11" fmla="*/ 984281 w 1260765"/>
              <a:gd name="connsiteY11" fmla="*/ 1085089 h 1090450"/>
              <a:gd name="connsiteX12" fmla="*/ 978958 w 1260765"/>
              <a:gd name="connsiteY12" fmla="*/ 1084820 h 1090450"/>
              <a:gd name="connsiteX13" fmla="*/ 933572 w 1260765"/>
              <a:gd name="connsiteY13" fmla="*/ 1077893 h 1090450"/>
              <a:gd name="connsiteX14" fmla="*/ 794156 w 1260765"/>
              <a:gd name="connsiteY14" fmla="*/ 0 h 1090450"/>
              <a:gd name="connsiteX15" fmla="*/ 844864 w 1260765"/>
              <a:gd name="connsiteY15" fmla="*/ 0 h 1090450"/>
              <a:gd name="connsiteX16" fmla="*/ 844864 w 1260765"/>
              <a:gd name="connsiteY16" fmla="*/ 1061656 h 1090450"/>
              <a:gd name="connsiteX17" fmla="*/ 794156 w 1260765"/>
              <a:gd name="connsiteY17" fmla="*/ 1048618 h 1090450"/>
              <a:gd name="connsiteX18" fmla="*/ 654739 w 1260765"/>
              <a:gd name="connsiteY18" fmla="*/ 0 h 1090450"/>
              <a:gd name="connsiteX19" fmla="*/ 705447 w 1260765"/>
              <a:gd name="connsiteY19" fmla="*/ 0 h 1090450"/>
              <a:gd name="connsiteX20" fmla="*/ 705447 w 1260765"/>
              <a:gd name="connsiteY20" fmla="*/ 1019196 h 1090450"/>
              <a:gd name="connsiteX21" fmla="*/ 665998 w 1260765"/>
              <a:gd name="connsiteY21" fmla="*/ 1004757 h 1090450"/>
              <a:gd name="connsiteX22" fmla="*/ 654739 w 1260765"/>
              <a:gd name="connsiteY22" fmla="*/ 999334 h 1090450"/>
              <a:gd name="connsiteX23" fmla="*/ 515322 w 1260765"/>
              <a:gd name="connsiteY23" fmla="*/ 0 h 1090450"/>
              <a:gd name="connsiteX24" fmla="*/ 566030 w 1260765"/>
              <a:gd name="connsiteY24" fmla="*/ 0 h 1090450"/>
              <a:gd name="connsiteX25" fmla="*/ 566030 w 1260765"/>
              <a:gd name="connsiteY25" fmla="*/ 956016 h 1090450"/>
              <a:gd name="connsiteX26" fmla="*/ 515322 w 1260765"/>
              <a:gd name="connsiteY26" fmla="*/ 925209 h 1090450"/>
              <a:gd name="connsiteX27" fmla="*/ 375905 w 1260765"/>
              <a:gd name="connsiteY27" fmla="*/ 0 h 1090450"/>
              <a:gd name="connsiteX28" fmla="*/ 426613 w 1260765"/>
              <a:gd name="connsiteY28" fmla="*/ 0 h 1090450"/>
              <a:gd name="connsiteX29" fmla="*/ 426613 w 1260765"/>
              <a:gd name="connsiteY29" fmla="*/ 863721 h 1090450"/>
              <a:gd name="connsiteX30" fmla="*/ 396823 w 1260765"/>
              <a:gd name="connsiteY30" fmla="*/ 841444 h 1090450"/>
              <a:gd name="connsiteX31" fmla="*/ 375905 w 1260765"/>
              <a:gd name="connsiteY31" fmla="*/ 822433 h 1090450"/>
              <a:gd name="connsiteX32" fmla="*/ 236463 w 1260765"/>
              <a:gd name="connsiteY32" fmla="*/ 0 h 1090450"/>
              <a:gd name="connsiteX33" fmla="*/ 287172 w 1260765"/>
              <a:gd name="connsiteY33" fmla="*/ 0 h 1090450"/>
              <a:gd name="connsiteX34" fmla="*/ 287172 w 1260765"/>
              <a:gd name="connsiteY34" fmla="*/ 735620 h 1090450"/>
              <a:gd name="connsiteX35" fmla="*/ 249006 w 1260765"/>
              <a:gd name="connsiteY35" fmla="*/ 693628 h 1090450"/>
              <a:gd name="connsiteX36" fmla="*/ 236463 w 1260765"/>
              <a:gd name="connsiteY36" fmla="*/ 676855 h 1090450"/>
              <a:gd name="connsiteX37" fmla="*/ 97047 w 1260765"/>
              <a:gd name="connsiteY37" fmla="*/ 0 h 1090450"/>
              <a:gd name="connsiteX38" fmla="*/ 147755 w 1260765"/>
              <a:gd name="connsiteY38" fmla="*/ 0 h 1090450"/>
              <a:gd name="connsiteX39" fmla="*/ 147755 w 1260765"/>
              <a:gd name="connsiteY39" fmla="*/ 546346 h 1090450"/>
              <a:gd name="connsiteX40" fmla="*/ 131611 w 1260765"/>
              <a:gd name="connsiteY40" fmla="*/ 519773 h 1090450"/>
              <a:gd name="connsiteX41" fmla="*/ 97047 w 1260765"/>
              <a:gd name="connsiteY41" fmla="*/ 448021 h 1090450"/>
              <a:gd name="connsiteX42" fmla="*/ 0 w 1260765"/>
              <a:gd name="connsiteY42" fmla="*/ 0 h 1090450"/>
              <a:gd name="connsiteX43" fmla="*/ 8338 w 1260765"/>
              <a:gd name="connsiteY43" fmla="*/ 0 h 1090450"/>
              <a:gd name="connsiteX44" fmla="*/ 8338 w 1260765"/>
              <a:gd name="connsiteY44" fmla="*/ 129233 h 1090450"/>
              <a:gd name="connsiteX45" fmla="*/ 5630 w 1260765"/>
              <a:gd name="connsiteY45" fmla="*/ 111492 h 1090450"/>
              <a:gd name="connsiteX46" fmla="*/ 0 w 1260765"/>
              <a:gd name="connsiteY46" fmla="*/ 0 h 1090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1260765" h="1090450">
                <a:moveTo>
                  <a:pt x="1212407" y="0"/>
                </a:moveTo>
                <a:lnTo>
                  <a:pt x="1260765" y="0"/>
                </a:lnTo>
                <a:lnTo>
                  <a:pt x="1260765" y="1075843"/>
                </a:lnTo>
                <a:lnTo>
                  <a:pt x="1212407" y="1083223"/>
                </a:lnTo>
                <a:close/>
                <a:moveTo>
                  <a:pt x="1072990" y="0"/>
                </a:moveTo>
                <a:lnTo>
                  <a:pt x="1123698" y="0"/>
                </a:lnTo>
                <a:lnTo>
                  <a:pt x="1123698" y="1088771"/>
                </a:lnTo>
                <a:lnTo>
                  <a:pt x="1090450" y="1090450"/>
                </a:lnTo>
                <a:lnTo>
                  <a:pt x="1072990" y="1089569"/>
                </a:lnTo>
                <a:close/>
                <a:moveTo>
                  <a:pt x="933572" y="0"/>
                </a:moveTo>
                <a:lnTo>
                  <a:pt x="984281" y="0"/>
                </a:lnTo>
                <a:lnTo>
                  <a:pt x="984281" y="1085089"/>
                </a:lnTo>
                <a:lnTo>
                  <a:pt x="978958" y="1084820"/>
                </a:lnTo>
                <a:lnTo>
                  <a:pt x="933572" y="1077893"/>
                </a:lnTo>
                <a:close/>
                <a:moveTo>
                  <a:pt x="794156" y="0"/>
                </a:moveTo>
                <a:lnTo>
                  <a:pt x="844864" y="0"/>
                </a:lnTo>
                <a:lnTo>
                  <a:pt x="844864" y="1061656"/>
                </a:lnTo>
                <a:lnTo>
                  <a:pt x="794156" y="1048618"/>
                </a:lnTo>
                <a:close/>
                <a:moveTo>
                  <a:pt x="654739" y="0"/>
                </a:moveTo>
                <a:lnTo>
                  <a:pt x="705447" y="0"/>
                </a:lnTo>
                <a:lnTo>
                  <a:pt x="705447" y="1019196"/>
                </a:lnTo>
                <a:lnTo>
                  <a:pt x="665998" y="1004757"/>
                </a:lnTo>
                <a:lnTo>
                  <a:pt x="654739" y="999334"/>
                </a:lnTo>
                <a:close/>
                <a:moveTo>
                  <a:pt x="515322" y="0"/>
                </a:moveTo>
                <a:lnTo>
                  <a:pt x="566030" y="0"/>
                </a:lnTo>
                <a:lnTo>
                  <a:pt x="566030" y="956016"/>
                </a:lnTo>
                <a:lnTo>
                  <a:pt x="515322" y="925209"/>
                </a:lnTo>
                <a:close/>
                <a:moveTo>
                  <a:pt x="375905" y="0"/>
                </a:moveTo>
                <a:lnTo>
                  <a:pt x="426613" y="0"/>
                </a:lnTo>
                <a:lnTo>
                  <a:pt x="426613" y="863721"/>
                </a:lnTo>
                <a:lnTo>
                  <a:pt x="396823" y="841444"/>
                </a:lnTo>
                <a:lnTo>
                  <a:pt x="375905" y="822433"/>
                </a:lnTo>
                <a:close/>
                <a:moveTo>
                  <a:pt x="236463" y="0"/>
                </a:moveTo>
                <a:lnTo>
                  <a:pt x="287172" y="0"/>
                </a:lnTo>
                <a:lnTo>
                  <a:pt x="287172" y="735620"/>
                </a:lnTo>
                <a:lnTo>
                  <a:pt x="249006" y="693628"/>
                </a:lnTo>
                <a:lnTo>
                  <a:pt x="236463" y="676855"/>
                </a:lnTo>
                <a:close/>
                <a:moveTo>
                  <a:pt x="97047" y="0"/>
                </a:moveTo>
                <a:lnTo>
                  <a:pt x="147755" y="0"/>
                </a:lnTo>
                <a:lnTo>
                  <a:pt x="147755" y="546346"/>
                </a:lnTo>
                <a:lnTo>
                  <a:pt x="131611" y="519773"/>
                </a:lnTo>
                <a:lnTo>
                  <a:pt x="97047" y="448021"/>
                </a:lnTo>
                <a:close/>
                <a:moveTo>
                  <a:pt x="0" y="0"/>
                </a:moveTo>
                <a:lnTo>
                  <a:pt x="8338" y="0"/>
                </a:lnTo>
                <a:lnTo>
                  <a:pt x="8338" y="129233"/>
                </a:lnTo>
                <a:lnTo>
                  <a:pt x="5630" y="111492"/>
                </a:lnTo>
                <a:cubicBezTo>
                  <a:pt x="1907" y="74835"/>
                  <a:pt x="0" y="37640"/>
                  <a:pt x="0" y="0"/>
                </a:cubicBezTo>
                <a:close/>
              </a:path>
            </a:pathLst>
          </a:custGeom>
          <a:solidFill>
            <a:schemeClr val="accent1">
              <a:alpha val="40000"/>
            </a:schemeClr>
          </a:solidFill>
          <a:ln w="461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pic>
        <p:nvPicPr>
          <p:cNvPr id="13" name="图形 12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0" y="0"/>
            <a:ext cx="6279639" cy="2758465"/>
          </a:xfrm>
          <a:prstGeom prst="rect">
            <a:avLst/>
          </a:prstGeom>
        </p:spPr>
      </p:pic>
      <p:pic>
        <p:nvPicPr>
          <p:cNvPr id="14" name="图形 13"/>
          <p:cNvPicPr>
            <a:picLocks noChangeAspect="1"/>
          </p:cNvPicPr>
          <p:nvPr userDrawn="1"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flipH="1">
            <a:off x="0" y="0"/>
            <a:ext cx="2509904" cy="3463961"/>
          </a:xfrm>
          <a:prstGeom prst="rect">
            <a:avLst/>
          </a:prstGeom>
        </p:spPr>
      </p:pic>
      <p:sp>
        <p:nvSpPr>
          <p:cNvPr id="15" name="任意多边形: 形状 14"/>
          <p:cNvSpPr/>
          <p:nvPr userDrawn="1">
            <p:custDataLst>
              <p:tags r:id="rId17"/>
            </p:custDataLst>
          </p:nvPr>
        </p:nvSpPr>
        <p:spPr>
          <a:xfrm>
            <a:off x="2822773" y="1258706"/>
            <a:ext cx="634091" cy="1138205"/>
          </a:xfrm>
          <a:custGeom>
            <a:avLst/>
            <a:gdLst>
              <a:gd name="connsiteX0" fmla="*/ 109922 w 634091"/>
              <a:gd name="connsiteY0" fmla="*/ 1077255 h 1138205"/>
              <a:gd name="connsiteX1" fmla="*/ 127723 w 634091"/>
              <a:gd name="connsiteY1" fmla="*/ 1082240 h 1138205"/>
              <a:gd name="connsiteX2" fmla="*/ 111158 w 634091"/>
              <a:gd name="connsiteY2" fmla="*/ 1134804 h 1138205"/>
              <a:gd name="connsiteX3" fmla="*/ 64778 w 634091"/>
              <a:gd name="connsiteY3" fmla="*/ 1121665 h 1138205"/>
              <a:gd name="connsiteX4" fmla="*/ 91284 w 634091"/>
              <a:gd name="connsiteY4" fmla="*/ 1082240 h 1138205"/>
              <a:gd name="connsiteX5" fmla="*/ 109922 w 634091"/>
              <a:gd name="connsiteY5" fmla="*/ 1077255 h 1138205"/>
              <a:gd name="connsiteX6" fmla="*/ 275704 w 634091"/>
              <a:gd name="connsiteY6" fmla="*/ 1077248 h 1138205"/>
              <a:gd name="connsiteX7" fmla="*/ 293505 w 634091"/>
              <a:gd name="connsiteY7" fmla="*/ 1082233 h 1138205"/>
              <a:gd name="connsiteX8" fmla="*/ 276940 w 634091"/>
              <a:gd name="connsiteY8" fmla="*/ 1134805 h 1138205"/>
              <a:gd name="connsiteX9" fmla="*/ 230560 w 634091"/>
              <a:gd name="connsiteY9" fmla="*/ 1121666 h 1138205"/>
              <a:gd name="connsiteX10" fmla="*/ 230560 w 634091"/>
              <a:gd name="connsiteY10" fmla="*/ 1121658 h 1138205"/>
              <a:gd name="connsiteX11" fmla="*/ 257066 w 634091"/>
              <a:gd name="connsiteY11" fmla="*/ 1082233 h 1138205"/>
              <a:gd name="connsiteX12" fmla="*/ 275704 w 634091"/>
              <a:gd name="connsiteY12" fmla="*/ 1077248 h 1138205"/>
              <a:gd name="connsiteX13" fmla="*/ 368783 w 634091"/>
              <a:gd name="connsiteY13" fmla="*/ 959573 h 1138205"/>
              <a:gd name="connsiteX14" fmla="*/ 386584 w 634091"/>
              <a:gd name="connsiteY14" fmla="*/ 964558 h 1138205"/>
              <a:gd name="connsiteX15" fmla="*/ 370019 w 634091"/>
              <a:gd name="connsiteY15" fmla="*/ 1017122 h 1138205"/>
              <a:gd name="connsiteX16" fmla="*/ 323639 w 634091"/>
              <a:gd name="connsiteY16" fmla="*/ 1003983 h 1138205"/>
              <a:gd name="connsiteX17" fmla="*/ 350145 w 634091"/>
              <a:gd name="connsiteY17" fmla="*/ 964558 h 1138205"/>
              <a:gd name="connsiteX18" fmla="*/ 368783 w 634091"/>
              <a:gd name="connsiteY18" fmla="*/ 959573 h 1138205"/>
              <a:gd name="connsiteX19" fmla="*/ 261429 w 634091"/>
              <a:gd name="connsiteY19" fmla="*/ 934470 h 1138205"/>
              <a:gd name="connsiteX20" fmla="*/ 279230 w 634091"/>
              <a:gd name="connsiteY20" fmla="*/ 939455 h 1138205"/>
              <a:gd name="connsiteX21" fmla="*/ 262665 w 634091"/>
              <a:gd name="connsiteY21" fmla="*/ 992019 h 1138205"/>
              <a:gd name="connsiteX22" fmla="*/ 216285 w 634091"/>
              <a:gd name="connsiteY22" fmla="*/ 978880 h 1138205"/>
              <a:gd name="connsiteX23" fmla="*/ 242791 w 634091"/>
              <a:gd name="connsiteY23" fmla="*/ 939455 h 1138205"/>
              <a:gd name="connsiteX24" fmla="*/ 261429 w 634091"/>
              <a:gd name="connsiteY24" fmla="*/ 934470 h 1138205"/>
              <a:gd name="connsiteX25" fmla="*/ 70043 w 634091"/>
              <a:gd name="connsiteY25" fmla="*/ 813757 h 1138205"/>
              <a:gd name="connsiteX26" fmla="*/ 97062 w 634091"/>
              <a:gd name="connsiteY26" fmla="*/ 821387 h 1138205"/>
              <a:gd name="connsiteX27" fmla="*/ 71919 w 634091"/>
              <a:gd name="connsiteY27" fmla="*/ 901831 h 1138205"/>
              <a:gd name="connsiteX28" fmla="*/ 1524 w 634091"/>
              <a:gd name="connsiteY28" fmla="*/ 881723 h 1138205"/>
              <a:gd name="connsiteX29" fmla="*/ 41751 w 634091"/>
              <a:gd name="connsiteY29" fmla="*/ 821387 h 1138205"/>
              <a:gd name="connsiteX30" fmla="*/ 70043 w 634091"/>
              <a:gd name="connsiteY30" fmla="*/ 813757 h 1138205"/>
              <a:gd name="connsiteX31" fmla="*/ 253029 w 634091"/>
              <a:gd name="connsiteY31" fmla="*/ 767011 h 1138205"/>
              <a:gd name="connsiteX32" fmla="*/ 267543 w 634091"/>
              <a:gd name="connsiteY32" fmla="*/ 771075 h 1138205"/>
              <a:gd name="connsiteX33" fmla="*/ 254037 w 634091"/>
              <a:gd name="connsiteY33" fmla="*/ 813932 h 1138205"/>
              <a:gd name="connsiteX34" fmla="*/ 216223 w 634091"/>
              <a:gd name="connsiteY34" fmla="*/ 803219 h 1138205"/>
              <a:gd name="connsiteX35" fmla="*/ 237834 w 634091"/>
              <a:gd name="connsiteY35" fmla="*/ 771075 h 1138205"/>
              <a:gd name="connsiteX36" fmla="*/ 253029 w 634091"/>
              <a:gd name="connsiteY36" fmla="*/ 767011 h 1138205"/>
              <a:gd name="connsiteX37" fmla="*/ 473911 w 634091"/>
              <a:gd name="connsiteY37" fmla="*/ 761417 h 1138205"/>
              <a:gd name="connsiteX38" fmla="*/ 491712 w 634091"/>
              <a:gd name="connsiteY38" fmla="*/ 766402 h 1138205"/>
              <a:gd name="connsiteX39" fmla="*/ 475147 w 634091"/>
              <a:gd name="connsiteY39" fmla="*/ 818974 h 1138205"/>
              <a:gd name="connsiteX40" fmla="*/ 428767 w 634091"/>
              <a:gd name="connsiteY40" fmla="*/ 805835 h 1138205"/>
              <a:gd name="connsiteX41" fmla="*/ 428767 w 634091"/>
              <a:gd name="connsiteY41" fmla="*/ 805827 h 1138205"/>
              <a:gd name="connsiteX42" fmla="*/ 455273 w 634091"/>
              <a:gd name="connsiteY42" fmla="*/ 766402 h 1138205"/>
              <a:gd name="connsiteX43" fmla="*/ 473911 w 634091"/>
              <a:gd name="connsiteY43" fmla="*/ 761417 h 1138205"/>
              <a:gd name="connsiteX44" fmla="*/ 198162 w 634091"/>
              <a:gd name="connsiteY44" fmla="*/ 613030 h 1138205"/>
              <a:gd name="connsiteX45" fmla="*/ 211379 w 634091"/>
              <a:gd name="connsiteY45" fmla="*/ 616762 h 1138205"/>
              <a:gd name="connsiteX46" fmla="*/ 199080 w 634091"/>
              <a:gd name="connsiteY46" fmla="*/ 656112 h 1138205"/>
              <a:gd name="connsiteX47" fmla="*/ 164645 w 634091"/>
              <a:gd name="connsiteY47" fmla="*/ 646276 h 1138205"/>
              <a:gd name="connsiteX48" fmla="*/ 184323 w 634091"/>
              <a:gd name="connsiteY48" fmla="*/ 616762 h 1138205"/>
              <a:gd name="connsiteX49" fmla="*/ 198162 w 634091"/>
              <a:gd name="connsiteY49" fmla="*/ 613030 h 1138205"/>
              <a:gd name="connsiteX50" fmla="*/ 391308 w 634091"/>
              <a:gd name="connsiteY50" fmla="*/ 594870 h 1138205"/>
              <a:gd name="connsiteX51" fmla="*/ 399135 w 634091"/>
              <a:gd name="connsiteY51" fmla="*/ 677035 h 1138205"/>
              <a:gd name="connsiteX52" fmla="*/ 328708 w 634091"/>
              <a:gd name="connsiteY52" fmla="*/ 684863 h 1138205"/>
              <a:gd name="connsiteX53" fmla="*/ 316970 w 634091"/>
              <a:gd name="connsiteY53" fmla="*/ 649650 h 1138205"/>
              <a:gd name="connsiteX54" fmla="*/ 344356 w 634091"/>
              <a:gd name="connsiteY54" fmla="*/ 606608 h 1138205"/>
              <a:gd name="connsiteX55" fmla="*/ 391308 w 634091"/>
              <a:gd name="connsiteY55" fmla="*/ 594870 h 1138205"/>
              <a:gd name="connsiteX56" fmla="*/ 392859 w 634091"/>
              <a:gd name="connsiteY56" fmla="*/ 351638 h 1138205"/>
              <a:gd name="connsiteX57" fmla="*/ 434663 w 634091"/>
              <a:gd name="connsiteY57" fmla="*/ 363344 h 1138205"/>
              <a:gd name="connsiteX58" fmla="*/ 395762 w 634091"/>
              <a:gd name="connsiteY58" fmla="*/ 486785 h 1138205"/>
              <a:gd name="connsiteX59" fmla="*/ 286844 w 634091"/>
              <a:gd name="connsiteY59" fmla="*/ 455929 h 1138205"/>
              <a:gd name="connsiteX60" fmla="*/ 349090 w 634091"/>
              <a:gd name="connsiteY60" fmla="*/ 363344 h 1138205"/>
              <a:gd name="connsiteX61" fmla="*/ 392859 w 634091"/>
              <a:gd name="connsiteY61" fmla="*/ 351638 h 1138205"/>
              <a:gd name="connsiteX62" fmla="*/ 207870 w 634091"/>
              <a:gd name="connsiteY62" fmla="*/ 258230 h 1138205"/>
              <a:gd name="connsiteX63" fmla="*/ 257246 w 634091"/>
              <a:gd name="connsiteY63" fmla="*/ 272172 h 1138205"/>
              <a:gd name="connsiteX64" fmla="*/ 211299 w 634091"/>
              <a:gd name="connsiteY64" fmla="*/ 419181 h 1138205"/>
              <a:gd name="connsiteX65" fmla="*/ 82655 w 634091"/>
              <a:gd name="connsiteY65" fmla="*/ 382433 h 1138205"/>
              <a:gd name="connsiteX66" fmla="*/ 156168 w 634091"/>
              <a:gd name="connsiteY66" fmla="*/ 272172 h 1138205"/>
              <a:gd name="connsiteX67" fmla="*/ 207870 w 634091"/>
              <a:gd name="connsiteY67" fmla="*/ 258230 h 1138205"/>
              <a:gd name="connsiteX68" fmla="*/ 579941 w 634091"/>
              <a:gd name="connsiteY68" fmla="*/ 186436 h 1138205"/>
              <a:gd name="connsiteX69" fmla="*/ 621745 w 634091"/>
              <a:gd name="connsiteY69" fmla="*/ 198142 h 1138205"/>
              <a:gd name="connsiteX70" fmla="*/ 582844 w 634091"/>
              <a:gd name="connsiteY70" fmla="*/ 321600 h 1138205"/>
              <a:gd name="connsiteX71" fmla="*/ 473926 w 634091"/>
              <a:gd name="connsiteY71" fmla="*/ 290745 h 1138205"/>
              <a:gd name="connsiteX72" fmla="*/ 473926 w 634091"/>
              <a:gd name="connsiteY72" fmla="*/ 290727 h 1138205"/>
              <a:gd name="connsiteX73" fmla="*/ 536172 w 634091"/>
              <a:gd name="connsiteY73" fmla="*/ 198142 h 1138205"/>
              <a:gd name="connsiteX74" fmla="*/ 579941 w 634091"/>
              <a:gd name="connsiteY74" fmla="*/ 186436 h 1138205"/>
              <a:gd name="connsiteX75" fmla="*/ 425741 w 634091"/>
              <a:gd name="connsiteY75" fmla="*/ 306 h 1138205"/>
              <a:gd name="connsiteX76" fmla="*/ 459369 w 634091"/>
              <a:gd name="connsiteY76" fmla="*/ 5702 h 1138205"/>
              <a:gd name="connsiteX77" fmla="*/ 477751 w 634091"/>
              <a:gd name="connsiteY77" fmla="*/ 198659 h 1138205"/>
              <a:gd name="connsiteX78" fmla="*/ 312360 w 634091"/>
              <a:gd name="connsiteY78" fmla="*/ 217042 h 1138205"/>
              <a:gd name="connsiteX79" fmla="*/ 284794 w 634091"/>
              <a:gd name="connsiteY79" fmla="*/ 134346 h 1138205"/>
              <a:gd name="connsiteX80" fmla="*/ 349107 w 634091"/>
              <a:gd name="connsiteY80" fmla="*/ 33267 h 1138205"/>
              <a:gd name="connsiteX81" fmla="*/ 425741 w 634091"/>
              <a:gd name="connsiteY81" fmla="*/ 306 h 1138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634091" h="1138205">
                <a:moveTo>
                  <a:pt x="109922" y="1077255"/>
                </a:moveTo>
                <a:cubicBezTo>
                  <a:pt x="116750" y="1076720"/>
                  <a:pt x="123439" y="1077846"/>
                  <a:pt x="127723" y="1082240"/>
                </a:cubicBezTo>
                <a:cubicBezTo>
                  <a:pt x="138808" y="1093612"/>
                  <a:pt x="131934" y="1124974"/>
                  <a:pt x="111158" y="1134804"/>
                </a:cubicBezTo>
                <a:cubicBezTo>
                  <a:pt x="94541" y="1142676"/>
                  <a:pt x="70002" y="1136301"/>
                  <a:pt x="64778" y="1121665"/>
                </a:cubicBezTo>
                <a:cubicBezTo>
                  <a:pt x="59416" y="1106641"/>
                  <a:pt x="76604" y="1089063"/>
                  <a:pt x="91284" y="1082240"/>
                </a:cubicBezTo>
                <a:cubicBezTo>
                  <a:pt x="96126" y="1079988"/>
                  <a:pt x="103094" y="1077791"/>
                  <a:pt x="109922" y="1077255"/>
                </a:cubicBezTo>
                <a:close/>
                <a:moveTo>
                  <a:pt x="275704" y="1077248"/>
                </a:moveTo>
                <a:cubicBezTo>
                  <a:pt x="282532" y="1076713"/>
                  <a:pt x="289221" y="1077839"/>
                  <a:pt x="293505" y="1082233"/>
                </a:cubicBezTo>
                <a:cubicBezTo>
                  <a:pt x="304590" y="1093612"/>
                  <a:pt x="297716" y="1124974"/>
                  <a:pt x="276940" y="1134805"/>
                </a:cubicBezTo>
                <a:cubicBezTo>
                  <a:pt x="260323" y="1142676"/>
                  <a:pt x="235784" y="1136301"/>
                  <a:pt x="230560" y="1121666"/>
                </a:cubicBezTo>
                <a:lnTo>
                  <a:pt x="230560" y="1121658"/>
                </a:lnTo>
                <a:cubicBezTo>
                  <a:pt x="225198" y="1106634"/>
                  <a:pt x="242386" y="1089056"/>
                  <a:pt x="257066" y="1082233"/>
                </a:cubicBezTo>
                <a:cubicBezTo>
                  <a:pt x="261908" y="1079981"/>
                  <a:pt x="268876" y="1077784"/>
                  <a:pt x="275704" y="1077248"/>
                </a:cubicBezTo>
                <a:close/>
                <a:moveTo>
                  <a:pt x="368783" y="959573"/>
                </a:moveTo>
                <a:cubicBezTo>
                  <a:pt x="375611" y="959038"/>
                  <a:pt x="382299" y="960164"/>
                  <a:pt x="386584" y="964558"/>
                </a:cubicBezTo>
                <a:cubicBezTo>
                  <a:pt x="397669" y="975930"/>
                  <a:pt x="390795" y="1007292"/>
                  <a:pt x="370019" y="1017122"/>
                </a:cubicBezTo>
                <a:cubicBezTo>
                  <a:pt x="353402" y="1024994"/>
                  <a:pt x="328863" y="1018619"/>
                  <a:pt x="323639" y="1003983"/>
                </a:cubicBezTo>
                <a:cubicBezTo>
                  <a:pt x="318277" y="988959"/>
                  <a:pt x="335465" y="971381"/>
                  <a:pt x="350145" y="964558"/>
                </a:cubicBezTo>
                <a:cubicBezTo>
                  <a:pt x="354987" y="962306"/>
                  <a:pt x="361955" y="960109"/>
                  <a:pt x="368783" y="959573"/>
                </a:cubicBezTo>
                <a:close/>
                <a:moveTo>
                  <a:pt x="261429" y="934470"/>
                </a:moveTo>
                <a:cubicBezTo>
                  <a:pt x="268257" y="933935"/>
                  <a:pt x="274946" y="935061"/>
                  <a:pt x="279230" y="939455"/>
                </a:cubicBezTo>
                <a:cubicBezTo>
                  <a:pt x="290315" y="950827"/>
                  <a:pt x="283441" y="982189"/>
                  <a:pt x="262665" y="992019"/>
                </a:cubicBezTo>
                <a:cubicBezTo>
                  <a:pt x="246048" y="999891"/>
                  <a:pt x="221509" y="993516"/>
                  <a:pt x="216285" y="978880"/>
                </a:cubicBezTo>
                <a:cubicBezTo>
                  <a:pt x="210923" y="963856"/>
                  <a:pt x="228111" y="946278"/>
                  <a:pt x="242791" y="939455"/>
                </a:cubicBezTo>
                <a:cubicBezTo>
                  <a:pt x="247633" y="937203"/>
                  <a:pt x="254601" y="935006"/>
                  <a:pt x="261429" y="934470"/>
                </a:cubicBezTo>
                <a:close/>
                <a:moveTo>
                  <a:pt x="70043" y="813757"/>
                </a:moveTo>
                <a:cubicBezTo>
                  <a:pt x="80409" y="812937"/>
                  <a:pt x="90562" y="814660"/>
                  <a:pt x="97062" y="821387"/>
                </a:cubicBezTo>
                <a:cubicBezTo>
                  <a:pt x="113890" y="838790"/>
                  <a:pt x="103444" y="886785"/>
                  <a:pt x="71919" y="901831"/>
                </a:cubicBezTo>
                <a:cubicBezTo>
                  <a:pt x="46691" y="913870"/>
                  <a:pt x="9453" y="904122"/>
                  <a:pt x="1524" y="881723"/>
                </a:cubicBezTo>
                <a:cubicBezTo>
                  <a:pt x="-6621" y="858720"/>
                  <a:pt x="19464" y="831832"/>
                  <a:pt x="41751" y="821387"/>
                </a:cubicBezTo>
                <a:cubicBezTo>
                  <a:pt x="49100" y="817941"/>
                  <a:pt x="59677" y="814578"/>
                  <a:pt x="70043" y="813757"/>
                </a:cubicBezTo>
                <a:close/>
                <a:moveTo>
                  <a:pt x="253029" y="767011"/>
                </a:moveTo>
                <a:cubicBezTo>
                  <a:pt x="258596" y="766574"/>
                  <a:pt x="264050" y="767492"/>
                  <a:pt x="267543" y="771075"/>
                </a:cubicBezTo>
                <a:cubicBezTo>
                  <a:pt x="276581" y="780346"/>
                  <a:pt x="270976" y="805916"/>
                  <a:pt x="254037" y="813932"/>
                </a:cubicBezTo>
                <a:cubicBezTo>
                  <a:pt x="240489" y="820350"/>
                  <a:pt x="220482" y="815152"/>
                  <a:pt x="216223" y="803219"/>
                </a:cubicBezTo>
                <a:cubicBezTo>
                  <a:pt x="211851" y="790969"/>
                  <a:pt x="225865" y="776638"/>
                  <a:pt x="237834" y="771075"/>
                </a:cubicBezTo>
                <a:cubicBezTo>
                  <a:pt x="241782" y="769239"/>
                  <a:pt x="247462" y="767447"/>
                  <a:pt x="253029" y="767011"/>
                </a:cubicBezTo>
                <a:close/>
                <a:moveTo>
                  <a:pt x="473911" y="761417"/>
                </a:moveTo>
                <a:cubicBezTo>
                  <a:pt x="480739" y="760882"/>
                  <a:pt x="487428" y="762008"/>
                  <a:pt x="491712" y="766402"/>
                </a:cubicBezTo>
                <a:cubicBezTo>
                  <a:pt x="502797" y="777781"/>
                  <a:pt x="495923" y="809143"/>
                  <a:pt x="475147" y="818974"/>
                </a:cubicBezTo>
                <a:cubicBezTo>
                  <a:pt x="458530" y="826845"/>
                  <a:pt x="433991" y="820470"/>
                  <a:pt x="428767" y="805835"/>
                </a:cubicBezTo>
                <a:lnTo>
                  <a:pt x="428767" y="805827"/>
                </a:lnTo>
                <a:cubicBezTo>
                  <a:pt x="423405" y="790803"/>
                  <a:pt x="440593" y="773225"/>
                  <a:pt x="455273" y="766402"/>
                </a:cubicBezTo>
                <a:cubicBezTo>
                  <a:pt x="460115" y="764150"/>
                  <a:pt x="467082" y="761953"/>
                  <a:pt x="473911" y="761417"/>
                </a:cubicBezTo>
                <a:close/>
                <a:moveTo>
                  <a:pt x="198162" y="613030"/>
                </a:moveTo>
                <a:cubicBezTo>
                  <a:pt x="203233" y="612628"/>
                  <a:pt x="208200" y="613471"/>
                  <a:pt x="211379" y="616762"/>
                </a:cubicBezTo>
                <a:cubicBezTo>
                  <a:pt x="219611" y="625274"/>
                  <a:pt x="214501" y="648752"/>
                  <a:pt x="199080" y="656112"/>
                </a:cubicBezTo>
                <a:cubicBezTo>
                  <a:pt x="186739" y="662001"/>
                  <a:pt x="168523" y="657233"/>
                  <a:pt x="164645" y="646276"/>
                </a:cubicBezTo>
                <a:cubicBezTo>
                  <a:pt x="160661" y="635023"/>
                  <a:pt x="173421" y="621871"/>
                  <a:pt x="184323" y="616762"/>
                </a:cubicBezTo>
                <a:cubicBezTo>
                  <a:pt x="187918" y="615076"/>
                  <a:pt x="193092" y="613431"/>
                  <a:pt x="198162" y="613030"/>
                </a:cubicBezTo>
                <a:close/>
                <a:moveTo>
                  <a:pt x="391308" y="594870"/>
                </a:moveTo>
                <a:cubicBezTo>
                  <a:pt x="413749" y="605507"/>
                  <a:pt x="421804" y="652107"/>
                  <a:pt x="399135" y="677035"/>
                </a:cubicBezTo>
                <a:cubicBezTo>
                  <a:pt x="381521" y="696410"/>
                  <a:pt x="346498" y="701443"/>
                  <a:pt x="328708" y="684863"/>
                </a:cubicBezTo>
                <a:cubicBezTo>
                  <a:pt x="315481" y="672531"/>
                  <a:pt x="316757" y="652892"/>
                  <a:pt x="316970" y="649650"/>
                </a:cubicBezTo>
                <a:cubicBezTo>
                  <a:pt x="318584" y="624868"/>
                  <a:pt x="338597" y="610687"/>
                  <a:pt x="344356" y="606608"/>
                </a:cubicBezTo>
                <a:cubicBezTo>
                  <a:pt x="349300" y="603109"/>
                  <a:pt x="373106" y="586243"/>
                  <a:pt x="391308" y="594870"/>
                </a:cubicBezTo>
                <a:close/>
                <a:moveTo>
                  <a:pt x="392859" y="351638"/>
                </a:moveTo>
                <a:cubicBezTo>
                  <a:pt x="408894" y="350380"/>
                  <a:pt x="424602" y="353024"/>
                  <a:pt x="434663" y="363344"/>
                </a:cubicBezTo>
                <a:cubicBezTo>
                  <a:pt x="460695" y="390048"/>
                  <a:pt x="444552" y="463699"/>
                  <a:pt x="395762" y="486785"/>
                </a:cubicBezTo>
                <a:cubicBezTo>
                  <a:pt x="356740" y="505271"/>
                  <a:pt x="299111" y="490300"/>
                  <a:pt x="286844" y="455929"/>
                </a:cubicBezTo>
                <a:cubicBezTo>
                  <a:pt x="274251" y="420646"/>
                  <a:pt x="314616" y="379367"/>
                  <a:pt x="349090" y="363344"/>
                </a:cubicBezTo>
                <a:cubicBezTo>
                  <a:pt x="360461" y="358055"/>
                  <a:pt x="376824" y="352895"/>
                  <a:pt x="392859" y="351638"/>
                </a:cubicBezTo>
                <a:close/>
                <a:moveTo>
                  <a:pt x="207870" y="258230"/>
                </a:moveTo>
                <a:cubicBezTo>
                  <a:pt x="226813" y="256731"/>
                  <a:pt x="245368" y="259879"/>
                  <a:pt x="257246" y="272172"/>
                </a:cubicBezTo>
                <a:cubicBezTo>
                  <a:pt x="287999" y="303975"/>
                  <a:pt x="268910" y="391684"/>
                  <a:pt x="211299" y="419181"/>
                </a:cubicBezTo>
                <a:cubicBezTo>
                  <a:pt x="165196" y="441181"/>
                  <a:pt x="97144" y="423367"/>
                  <a:pt x="82655" y="382433"/>
                </a:cubicBezTo>
                <a:cubicBezTo>
                  <a:pt x="67770" y="340396"/>
                  <a:pt x="115440" y="291261"/>
                  <a:pt x="156168" y="272172"/>
                </a:cubicBezTo>
                <a:cubicBezTo>
                  <a:pt x="169598" y="265875"/>
                  <a:pt x="188928" y="259729"/>
                  <a:pt x="207870" y="258230"/>
                </a:cubicBezTo>
                <a:close/>
                <a:moveTo>
                  <a:pt x="579941" y="186436"/>
                </a:moveTo>
                <a:cubicBezTo>
                  <a:pt x="595976" y="185178"/>
                  <a:pt x="611684" y="187822"/>
                  <a:pt x="621745" y="198142"/>
                </a:cubicBezTo>
                <a:cubicBezTo>
                  <a:pt x="647777" y="224864"/>
                  <a:pt x="631634" y="298514"/>
                  <a:pt x="582844" y="321600"/>
                </a:cubicBezTo>
                <a:cubicBezTo>
                  <a:pt x="543822" y="340086"/>
                  <a:pt x="486193" y="325115"/>
                  <a:pt x="473926" y="290745"/>
                </a:cubicBezTo>
                <a:lnTo>
                  <a:pt x="473926" y="290727"/>
                </a:lnTo>
                <a:cubicBezTo>
                  <a:pt x="461333" y="255444"/>
                  <a:pt x="501698" y="214165"/>
                  <a:pt x="536172" y="198142"/>
                </a:cubicBezTo>
                <a:cubicBezTo>
                  <a:pt x="547543" y="192853"/>
                  <a:pt x="563906" y="187693"/>
                  <a:pt x="579941" y="186436"/>
                </a:cubicBezTo>
                <a:close/>
                <a:moveTo>
                  <a:pt x="425741" y="306"/>
                </a:moveTo>
                <a:cubicBezTo>
                  <a:pt x="437174" y="-686"/>
                  <a:pt x="448683" y="637"/>
                  <a:pt x="459369" y="5702"/>
                </a:cubicBezTo>
                <a:cubicBezTo>
                  <a:pt x="512070" y="30683"/>
                  <a:pt x="530987" y="140117"/>
                  <a:pt x="477751" y="198659"/>
                </a:cubicBezTo>
                <a:cubicBezTo>
                  <a:pt x="436386" y="244159"/>
                  <a:pt x="354138" y="255978"/>
                  <a:pt x="312360" y="217042"/>
                </a:cubicBezTo>
                <a:cubicBezTo>
                  <a:pt x="281297" y="188081"/>
                  <a:pt x="284295" y="141961"/>
                  <a:pt x="284794" y="134346"/>
                </a:cubicBezTo>
                <a:cubicBezTo>
                  <a:pt x="288585" y="76149"/>
                  <a:pt x="335583" y="42846"/>
                  <a:pt x="349107" y="33267"/>
                </a:cubicBezTo>
                <a:cubicBezTo>
                  <a:pt x="357816" y="27104"/>
                  <a:pt x="391440" y="3284"/>
                  <a:pt x="425741" y="306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171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pic>
        <p:nvPicPr>
          <p:cNvPr id="16" name="图形 15"/>
          <p:cNvPicPr>
            <a:picLocks noChangeAspect="1"/>
          </p:cNvPicPr>
          <p:nvPr userDrawn="1">
            <p:custDataLst>
              <p:tags r:id="rId18"/>
            </p:custDataLst>
          </p:nvPr>
        </p:nvPicPr>
        <p:blipFill rotWithShape="1"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 t="36129"/>
          <a:stretch>
            <a:fillRect/>
          </a:stretch>
        </p:blipFill>
        <p:spPr>
          <a:xfrm>
            <a:off x="2509902" y="0"/>
            <a:ext cx="820211" cy="841197"/>
          </a:xfrm>
          <a:prstGeom prst="rect">
            <a:avLst/>
          </a:prstGeom>
        </p:spPr>
      </p:pic>
      <p:sp>
        <p:nvSpPr>
          <p:cNvPr id="18" name="日期占位符 4"/>
          <p:cNvSpPr>
            <a:spLocks noGrp="1"/>
          </p:cNvSpPr>
          <p:nvPr>
            <p:ph type="dt" sz="half" idx="10"/>
            <p:custDataLst>
              <p:tags r:id="rId2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9" name="页脚占位符 5"/>
          <p:cNvSpPr>
            <a:spLocks noGrp="1"/>
          </p:cNvSpPr>
          <p:nvPr>
            <p:ph type="ftr" sz="quarter" idx="11"/>
            <p:custDataLst>
              <p:tags r:id="rId2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0" name="灯片编号占位符 6"/>
          <p:cNvSpPr>
            <a:spLocks noGrp="1"/>
          </p:cNvSpPr>
          <p:nvPr>
            <p:ph type="sldNum" sz="quarter" idx="12"/>
            <p:custDataLst>
              <p:tags r:id="rId2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 idx="17826049" hasCustomPrompt="1"/>
            <p:custDataLst>
              <p:tags r:id="rId24"/>
            </p:custDataLst>
          </p:nvPr>
        </p:nvSpPr>
        <p:spPr>
          <a:xfrm>
            <a:off x="4823883" y="3530600"/>
            <a:ext cx="6352117" cy="1524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800" b="0" spc="0"/>
            </a:lvl1pPr>
          </a:lstStyle>
          <a:p>
            <a:r>
              <a:rPr lang="zh-CN" altLang="en-US" dirty="0"/>
              <a:t>单击此处添加章节标题</a:t>
            </a:r>
            <a:endParaRPr lang="zh-CN" altLang="en-US" dirty="0"/>
          </a:p>
        </p:txBody>
      </p:sp>
      <p:sp>
        <p:nvSpPr>
          <p:cNvPr id="17" name="节编号 3"/>
          <p:cNvSpPr>
            <a:spLocks noGrp="1"/>
          </p:cNvSpPr>
          <p:nvPr>
            <p:ph type="body" sz="quarter" idx="17826561" hasCustomPrompt="1"/>
            <p:custDataLst>
              <p:tags r:id="rId25"/>
            </p:custDataLst>
          </p:nvPr>
        </p:nvSpPr>
        <p:spPr>
          <a:xfrm>
            <a:off x="9648825" y="1905000"/>
            <a:ext cx="1527175" cy="1524000"/>
          </a:xfrm>
        </p:spPr>
        <p:txBody>
          <a:bodyPr vert="horz" wrap="none" lIns="0" tIns="0" rIns="0" bIns="0" anchor="ctr" anchorCtr="0">
            <a:normAutofit/>
          </a:bodyPr>
          <a:lstStyle>
            <a:lvl1pPr marL="0" indent="0" algn="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01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-1_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: 形状 11"/>
          <p:cNvSpPr/>
          <p:nvPr userDrawn="1">
            <p:custDataLst>
              <p:tags r:id="rId3"/>
            </p:custDataLst>
          </p:nvPr>
        </p:nvSpPr>
        <p:spPr>
          <a:xfrm flipV="1">
            <a:off x="8287910" y="0"/>
            <a:ext cx="3904089" cy="6858000"/>
          </a:xfrm>
          <a:custGeom>
            <a:avLst/>
            <a:gdLst>
              <a:gd name="connsiteX0" fmla="*/ 1406 w 3904089"/>
              <a:gd name="connsiteY0" fmla="*/ 0 h 6858000"/>
              <a:gd name="connsiteX1" fmla="*/ 3904089 w 3904089"/>
              <a:gd name="connsiteY1" fmla="*/ 0 h 6858000"/>
              <a:gd name="connsiteX2" fmla="*/ 3904089 w 3904089"/>
              <a:gd name="connsiteY2" fmla="*/ 6858000 h 6858000"/>
              <a:gd name="connsiteX3" fmla="*/ 1822167 w 3904089"/>
              <a:gd name="connsiteY3" fmla="*/ 6858000 h 6858000"/>
              <a:gd name="connsiteX4" fmla="*/ 1815625 w 3904089"/>
              <a:gd name="connsiteY4" fmla="*/ 6846826 h 6858000"/>
              <a:gd name="connsiteX5" fmla="*/ 1641075 w 3904089"/>
              <a:gd name="connsiteY5" fmla="*/ 6139494 h 6858000"/>
              <a:gd name="connsiteX6" fmla="*/ 2622139 w 3904089"/>
              <a:gd name="connsiteY6" fmla="*/ 4373563 h 6858000"/>
              <a:gd name="connsiteX7" fmla="*/ 1416813 w 3904089"/>
              <a:gd name="connsiteY7" fmla="*/ 2803855 h 6858000"/>
              <a:gd name="connsiteX8" fmla="*/ 1010359 w 3904089"/>
              <a:gd name="connsiteY8" fmla="*/ 1416338 h 6858000"/>
              <a:gd name="connsiteX9" fmla="*/ 1256 w 3904089"/>
              <a:gd name="connsiteY9" fmla="*/ 78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904089" h="6858000">
                <a:moveTo>
                  <a:pt x="1406" y="0"/>
                </a:moveTo>
                <a:lnTo>
                  <a:pt x="3904089" y="0"/>
                </a:lnTo>
                <a:lnTo>
                  <a:pt x="3904089" y="6858000"/>
                </a:lnTo>
                <a:lnTo>
                  <a:pt x="1822167" y="6858000"/>
                </a:lnTo>
                <a:lnTo>
                  <a:pt x="1815625" y="6846826"/>
                </a:lnTo>
                <a:cubicBezTo>
                  <a:pt x="1694401" y="6613766"/>
                  <a:pt x="1628724" y="6370346"/>
                  <a:pt x="1641075" y="6139494"/>
                </a:cubicBezTo>
                <a:cubicBezTo>
                  <a:pt x="1685118" y="5315945"/>
                  <a:pt x="2698006" y="5104927"/>
                  <a:pt x="2622139" y="4373563"/>
                </a:cubicBezTo>
                <a:cubicBezTo>
                  <a:pt x="2560989" y="3784368"/>
                  <a:pt x="1888831" y="3779165"/>
                  <a:pt x="1416813" y="2803855"/>
                </a:cubicBezTo>
                <a:cubicBezTo>
                  <a:pt x="1124567" y="2199996"/>
                  <a:pt x="1314930" y="2062927"/>
                  <a:pt x="1010359" y="1416338"/>
                </a:cubicBezTo>
                <a:cubicBezTo>
                  <a:pt x="562491" y="465573"/>
                  <a:pt x="-30936" y="376042"/>
                  <a:pt x="1256" y="781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262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pic>
        <p:nvPicPr>
          <p:cNvPr id="17" name="图形 16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28431" y="5306515"/>
            <a:ext cx="2463569" cy="1551485"/>
          </a:xfrm>
          <a:prstGeom prst="rect">
            <a:avLst/>
          </a:prstGeom>
        </p:spPr>
      </p:pic>
      <p:pic>
        <p:nvPicPr>
          <p:cNvPr id="16" name="图形 15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flipH="1" flipV="1">
            <a:off x="10649993" y="6201861"/>
            <a:ext cx="973273" cy="656139"/>
          </a:xfrm>
          <a:prstGeom prst="rect">
            <a:avLst/>
          </a:prstGeom>
        </p:spPr>
      </p:pic>
      <p:sp>
        <p:nvSpPr>
          <p:cNvPr id="8" name="任意多边形: 形状 7"/>
          <p:cNvSpPr/>
          <p:nvPr userDrawn="1">
            <p:custDataLst>
              <p:tags r:id="rId10"/>
            </p:custDataLst>
          </p:nvPr>
        </p:nvSpPr>
        <p:spPr>
          <a:xfrm>
            <a:off x="8829114" y="3418657"/>
            <a:ext cx="1427675" cy="1427675"/>
          </a:xfrm>
          <a:custGeom>
            <a:avLst/>
            <a:gdLst>
              <a:gd name="connsiteX0" fmla="*/ 15665 w 4097580"/>
              <a:gd name="connsiteY0" fmla="*/ 1805980 h 4097580"/>
              <a:gd name="connsiteX1" fmla="*/ 15665 w 4097580"/>
              <a:gd name="connsiteY1" fmla="*/ 2291600 h 4097580"/>
              <a:gd name="connsiteX2" fmla="*/ 10578 w 4097580"/>
              <a:gd name="connsiteY2" fmla="*/ 2258267 h 4097580"/>
              <a:gd name="connsiteX3" fmla="*/ 0 w 4097580"/>
              <a:gd name="connsiteY3" fmla="*/ 2048790 h 4097580"/>
              <a:gd name="connsiteX4" fmla="*/ 10578 w 4097580"/>
              <a:gd name="connsiteY4" fmla="*/ 1839313 h 4097580"/>
              <a:gd name="connsiteX5" fmla="*/ 4055974 w 4097580"/>
              <a:gd name="connsiteY5" fmla="*/ 1636007 h 4097580"/>
              <a:gd name="connsiteX6" fmla="*/ 4087002 w 4097580"/>
              <a:gd name="connsiteY6" fmla="*/ 1839313 h 4097580"/>
              <a:gd name="connsiteX7" fmla="*/ 4097580 w 4097580"/>
              <a:gd name="connsiteY7" fmla="*/ 2048790 h 4097580"/>
              <a:gd name="connsiteX8" fmla="*/ 4087002 w 4097580"/>
              <a:gd name="connsiteY8" fmla="*/ 2258267 h 4097580"/>
              <a:gd name="connsiteX9" fmla="*/ 4055974 w 4097580"/>
              <a:gd name="connsiteY9" fmla="*/ 2461574 h 4097580"/>
              <a:gd name="connsiteX10" fmla="*/ 277609 w 4097580"/>
              <a:gd name="connsiteY10" fmla="*/ 1022289 h 4097580"/>
              <a:gd name="connsiteX11" fmla="*/ 277609 w 4097580"/>
              <a:gd name="connsiteY11" fmla="*/ 3075291 h 4097580"/>
              <a:gd name="connsiteX12" fmla="*/ 247278 w 4097580"/>
              <a:gd name="connsiteY12" fmla="*/ 3025365 h 4097580"/>
              <a:gd name="connsiteX13" fmla="*/ 182336 w 4097580"/>
              <a:gd name="connsiteY13" fmla="*/ 2890554 h 4097580"/>
              <a:gd name="connsiteX14" fmla="*/ 182336 w 4097580"/>
              <a:gd name="connsiteY14" fmla="*/ 1207027 h 4097580"/>
              <a:gd name="connsiteX15" fmla="*/ 247278 w 4097580"/>
              <a:gd name="connsiteY15" fmla="*/ 1072216 h 4097580"/>
              <a:gd name="connsiteX16" fmla="*/ 3794031 w 4097580"/>
              <a:gd name="connsiteY16" fmla="*/ 979591 h 4097580"/>
              <a:gd name="connsiteX17" fmla="*/ 3850302 w 4097580"/>
              <a:gd name="connsiteY17" fmla="*/ 1072216 h 4097580"/>
              <a:gd name="connsiteX18" fmla="*/ 3889304 w 4097580"/>
              <a:gd name="connsiteY18" fmla="*/ 1153179 h 4097580"/>
              <a:gd name="connsiteX19" fmla="*/ 3889304 w 4097580"/>
              <a:gd name="connsiteY19" fmla="*/ 2944402 h 4097580"/>
              <a:gd name="connsiteX20" fmla="*/ 3850302 w 4097580"/>
              <a:gd name="connsiteY20" fmla="*/ 3025365 h 4097580"/>
              <a:gd name="connsiteX21" fmla="*/ 3794031 w 4097580"/>
              <a:gd name="connsiteY21" fmla="*/ 3117990 h 4097580"/>
              <a:gd name="connsiteX22" fmla="*/ 539552 w 4097580"/>
              <a:gd name="connsiteY22" fmla="*/ 666671 h 4097580"/>
              <a:gd name="connsiteX23" fmla="*/ 539552 w 4097580"/>
              <a:gd name="connsiteY23" fmla="*/ 3430909 h 4097580"/>
              <a:gd name="connsiteX24" fmla="*/ 467844 w 4097580"/>
              <a:gd name="connsiteY24" fmla="*/ 3352011 h 4097580"/>
              <a:gd name="connsiteX25" fmla="*/ 444279 w 4097580"/>
              <a:gd name="connsiteY25" fmla="*/ 3320497 h 4097580"/>
              <a:gd name="connsiteX26" fmla="*/ 444279 w 4097580"/>
              <a:gd name="connsiteY26" fmla="*/ 777083 h 4097580"/>
              <a:gd name="connsiteX27" fmla="*/ 467844 w 4097580"/>
              <a:gd name="connsiteY27" fmla="*/ 745570 h 4097580"/>
              <a:gd name="connsiteX28" fmla="*/ 3532087 w 4097580"/>
              <a:gd name="connsiteY28" fmla="*/ 638129 h 4097580"/>
              <a:gd name="connsiteX29" fmla="*/ 3627360 w 4097580"/>
              <a:gd name="connsiteY29" fmla="*/ 742956 h 4097580"/>
              <a:gd name="connsiteX30" fmla="*/ 3627360 w 4097580"/>
              <a:gd name="connsiteY30" fmla="*/ 3354625 h 4097580"/>
              <a:gd name="connsiteX31" fmla="*/ 3532087 w 4097580"/>
              <a:gd name="connsiteY31" fmla="*/ 3459451 h 4097580"/>
              <a:gd name="connsiteX32" fmla="*/ 801541 w 4097580"/>
              <a:gd name="connsiteY32" fmla="*/ 425990 h 4097580"/>
              <a:gd name="connsiteX33" fmla="*/ 801541 w 4097580"/>
              <a:gd name="connsiteY33" fmla="*/ 3671591 h 4097580"/>
              <a:gd name="connsiteX34" fmla="*/ 745570 w 4097580"/>
              <a:gd name="connsiteY34" fmla="*/ 3629736 h 4097580"/>
              <a:gd name="connsiteX35" fmla="*/ 706268 w 4097580"/>
              <a:gd name="connsiteY35" fmla="*/ 3594016 h 4097580"/>
              <a:gd name="connsiteX36" fmla="*/ 706268 w 4097580"/>
              <a:gd name="connsiteY36" fmla="*/ 503564 h 4097580"/>
              <a:gd name="connsiteX37" fmla="*/ 745570 w 4097580"/>
              <a:gd name="connsiteY37" fmla="*/ 467845 h 4097580"/>
              <a:gd name="connsiteX38" fmla="*/ 3270144 w 4097580"/>
              <a:gd name="connsiteY38" fmla="*/ 406626 h 4097580"/>
              <a:gd name="connsiteX39" fmla="*/ 3352010 w 4097580"/>
              <a:gd name="connsiteY39" fmla="*/ 467845 h 4097580"/>
              <a:gd name="connsiteX40" fmla="*/ 3365417 w 4097580"/>
              <a:gd name="connsiteY40" fmla="*/ 480029 h 4097580"/>
              <a:gd name="connsiteX41" fmla="*/ 3365417 w 4097580"/>
              <a:gd name="connsiteY41" fmla="*/ 3617551 h 4097580"/>
              <a:gd name="connsiteX42" fmla="*/ 3352010 w 4097580"/>
              <a:gd name="connsiteY42" fmla="*/ 3629736 h 4097580"/>
              <a:gd name="connsiteX43" fmla="*/ 3270144 w 4097580"/>
              <a:gd name="connsiteY43" fmla="*/ 3690954 h 4097580"/>
              <a:gd name="connsiteX44" fmla="*/ 3063758 w 4097580"/>
              <a:gd name="connsiteY44" fmla="*/ 270603 h 4097580"/>
              <a:gd name="connsiteX45" fmla="*/ 3159031 w 4097580"/>
              <a:gd name="connsiteY45" fmla="*/ 328483 h 4097580"/>
              <a:gd name="connsiteX46" fmla="*/ 3159031 w 4097580"/>
              <a:gd name="connsiteY46" fmla="*/ 3769098 h 4097580"/>
              <a:gd name="connsiteX47" fmla="*/ 3063758 w 4097580"/>
              <a:gd name="connsiteY47" fmla="*/ 3826978 h 4097580"/>
              <a:gd name="connsiteX48" fmla="*/ 1063485 w 4097580"/>
              <a:gd name="connsiteY48" fmla="*/ 252582 h 4097580"/>
              <a:gd name="connsiteX49" fmla="*/ 1063485 w 4097580"/>
              <a:gd name="connsiteY49" fmla="*/ 3844998 h 4097580"/>
              <a:gd name="connsiteX50" fmla="*/ 968212 w 4097580"/>
              <a:gd name="connsiteY50" fmla="*/ 3787118 h 4097580"/>
              <a:gd name="connsiteX51" fmla="*/ 968212 w 4097580"/>
              <a:gd name="connsiteY51" fmla="*/ 310462 h 4097580"/>
              <a:gd name="connsiteX52" fmla="*/ 2801814 w 4097580"/>
              <a:gd name="connsiteY52" fmla="*/ 144733 h 4097580"/>
              <a:gd name="connsiteX53" fmla="*/ 2846271 w 4097580"/>
              <a:gd name="connsiteY53" fmla="*/ 161004 h 4097580"/>
              <a:gd name="connsiteX54" fmla="*/ 2897087 w 4097580"/>
              <a:gd name="connsiteY54" fmla="*/ 185484 h 4097580"/>
              <a:gd name="connsiteX55" fmla="*/ 2897087 w 4097580"/>
              <a:gd name="connsiteY55" fmla="*/ 3912097 h 4097580"/>
              <a:gd name="connsiteX56" fmla="*/ 2846271 w 4097580"/>
              <a:gd name="connsiteY56" fmla="*/ 3936576 h 4097580"/>
              <a:gd name="connsiteX57" fmla="*/ 2801814 w 4097580"/>
              <a:gd name="connsiteY57" fmla="*/ 3952848 h 4097580"/>
              <a:gd name="connsiteX58" fmla="*/ 1325428 w 4097580"/>
              <a:gd name="connsiteY58" fmla="*/ 133876 h 4097580"/>
              <a:gd name="connsiteX59" fmla="*/ 1325428 w 4097580"/>
              <a:gd name="connsiteY59" fmla="*/ 3963704 h 4097580"/>
              <a:gd name="connsiteX60" fmla="*/ 1251309 w 4097580"/>
              <a:gd name="connsiteY60" fmla="*/ 3936576 h 4097580"/>
              <a:gd name="connsiteX61" fmla="*/ 1230155 w 4097580"/>
              <a:gd name="connsiteY61" fmla="*/ 3926386 h 4097580"/>
              <a:gd name="connsiteX62" fmla="*/ 1230155 w 4097580"/>
              <a:gd name="connsiteY62" fmla="*/ 171195 h 4097580"/>
              <a:gd name="connsiteX63" fmla="*/ 1251309 w 4097580"/>
              <a:gd name="connsiteY63" fmla="*/ 161004 h 4097580"/>
              <a:gd name="connsiteX64" fmla="*/ 2539871 w 4097580"/>
              <a:gd name="connsiteY64" fmla="*/ 61726 h 4097580"/>
              <a:gd name="connsiteX65" fmla="*/ 2635144 w 4097580"/>
              <a:gd name="connsiteY65" fmla="*/ 86223 h 4097580"/>
              <a:gd name="connsiteX66" fmla="*/ 2635144 w 4097580"/>
              <a:gd name="connsiteY66" fmla="*/ 4011357 h 4097580"/>
              <a:gd name="connsiteX67" fmla="*/ 2539871 w 4097580"/>
              <a:gd name="connsiteY67" fmla="*/ 4035854 h 4097580"/>
              <a:gd name="connsiteX68" fmla="*/ 1587371 w 4097580"/>
              <a:gd name="connsiteY68" fmla="*/ 54099 h 4097580"/>
              <a:gd name="connsiteX69" fmla="*/ 1587371 w 4097580"/>
              <a:gd name="connsiteY69" fmla="*/ 4043481 h 4097580"/>
              <a:gd name="connsiteX70" fmla="*/ 1492098 w 4097580"/>
              <a:gd name="connsiteY70" fmla="*/ 4018984 h 4097580"/>
              <a:gd name="connsiteX71" fmla="*/ 1492098 w 4097580"/>
              <a:gd name="connsiteY71" fmla="*/ 78597 h 4097580"/>
              <a:gd name="connsiteX72" fmla="*/ 2277928 w 4097580"/>
              <a:gd name="connsiteY72" fmla="*/ 13579 h 4097580"/>
              <a:gd name="connsiteX73" fmla="*/ 2373201 w 4097580"/>
              <a:gd name="connsiteY73" fmla="*/ 28119 h 4097580"/>
              <a:gd name="connsiteX74" fmla="*/ 2373201 w 4097580"/>
              <a:gd name="connsiteY74" fmla="*/ 4069461 h 4097580"/>
              <a:gd name="connsiteX75" fmla="*/ 2277928 w 4097580"/>
              <a:gd name="connsiteY75" fmla="*/ 4084002 h 4097580"/>
              <a:gd name="connsiteX76" fmla="*/ 1849314 w 4097580"/>
              <a:gd name="connsiteY76" fmla="*/ 10073 h 4097580"/>
              <a:gd name="connsiteX77" fmla="*/ 1849314 w 4097580"/>
              <a:gd name="connsiteY77" fmla="*/ 4087507 h 4097580"/>
              <a:gd name="connsiteX78" fmla="*/ 1839313 w 4097580"/>
              <a:gd name="connsiteY78" fmla="*/ 4087002 h 4097580"/>
              <a:gd name="connsiteX79" fmla="*/ 1754041 w 4097580"/>
              <a:gd name="connsiteY79" fmla="*/ 4073988 h 4097580"/>
              <a:gd name="connsiteX80" fmla="*/ 1754041 w 4097580"/>
              <a:gd name="connsiteY80" fmla="*/ 23592 h 4097580"/>
              <a:gd name="connsiteX81" fmla="*/ 1839313 w 4097580"/>
              <a:gd name="connsiteY81" fmla="*/ 10578 h 4097580"/>
              <a:gd name="connsiteX82" fmla="*/ 2048790 w 4097580"/>
              <a:gd name="connsiteY82" fmla="*/ 0 h 4097580"/>
              <a:gd name="connsiteX83" fmla="*/ 2111258 w 4097580"/>
              <a:gd name="connsiteY83" fmla="*/ 3155 h 4097580"/>
              <a:gd name="connsiteX84" fmla="*/ 2111258 w 4097580"/>
              <a:gd name="connsiteY84" fmla="*/ 4094426 h 4097580"/>
              <a:gd name="connsiteX85" fmla="*/ 2048790 w 4097580"/>
              <a:gd name="connsiteY85" fmla="*/ 4097580 h 4097580"/>
              <a:gd name="connsiteX86" fmla="*/ 2015985 w 4097580"/>
              <a:gd name="connsiteY86" fmla="*/ 4095924 h 4097580"/>
              <a:gd name="connsiteX87" fmla="*/ 2015985 w 4097580"/>
              <a:gd name="connsiteY87" fmla="*/ 1657 h 4097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4097580" h="4097580">
                <a:moveTo>
                  <a:pt x="15665" y="1805980"/>
                </a:moveTo>
                <a:lnTo>
                  <a:pt x="15665" y="2291600"/>
                </a:lnTo>
                <a:lnTo>
                  <a:pt x="10578" y="2258267"/>
                </a:lnTo>
                <a:cubicBezTo>
                  <a:pt x="3583" y="2189393"/>
                  <a:pt x="0" y="2119510"/>
                  <a:pt x="0" y="2048790"/>
                </a:cubicBezTo>
                <a:cubicBezTo>
                  <a:pt x="0" y="1978070"/>
                  <a:pt x="3583" y="1908188"/>
                  <a:pt x="10578" y="1839313"/>
                </a:cubicBezTo>
                <a:close/>
                <a:moveTo>
                  <a:pt x="4055974" y="1636007"/>
                </a:moveTo>
                <a:lnTo>
                  <a:pt x="4087002" y="1839313"/>
                </a:lnTo>
                <a:cubicBezTo>
                  <a:pt x="4093997" y="1908188"/>
                  <a:pt x="4097580" y="1978070"/>
                  <a:pt x="4097580" y="2048790"/>
                </a:cubicBezTo>
                <a:cubicBezTo>
                  <a:pt x="4097580" y="2119510"/>
                  <a:pt x="4093997" y="2189393"/>
                  <a:pt x="4087002" y="2258267"/>
                </a:cubicBezTo>
                <a:lnTo>
                  <a:pt x="4055974" y="2461574"/>
                </a:lnTo>
                <a:close/>
                <a:moveTo>
                  <a:pt x="277609" y="1022289"/>
                </a:moveTo>
                <a:lnTo>
                  <a:pt x="277609" y="3075291"/>
                </a:lnTo>
                <a:lnTo>
                  <a:pt x="247278" y="3025365"/>
                </a:lnTo>
                <a:lnTo>
                  <a:pt x="182336" y="2890554"/>
                </a:lnTo>
                <a:lnTo>
                  <a:pt x="182336" y="1207027"/>
                </a:lnTo>
                <a:lnTo>
                  <a:pt x="247278" y="1072216"/>
                </a:lnTo>
                <a:close/>
                <a:moveTo>
                  <a:pt x="3794031" y="979591"/>
                </a:moveTo>
                <a:lnTo>
                  <a:pt x="3850302" y="1072216"/>
                </a:lnTo>
                <a:lnTo>
                  <a:pt x="3889304" y="1153179"/>
                </a:lnTo>
                <a:lnTo>
                  <a:pt x="3889304" y="2944402"/>
                </a:lnTo>
                <a:lnTo>
                  <a:pt x="3850302" y="3025365"/>
                </a:lnTo>
                <a:lnTo>
                  <a:pt x="3794031" y="3117990"/>
                </a:lnTo>
                <a:close/>
                <a:moveTo>
                  <a:pt x="539552" y="666671"/>
                </a:moveTo>
                <a:lnTo>
                  <a:pt x="539552" y="3430909"/>
                </a:lnTo>
                <a:lnTo>
                  <a:pt x="467844" y="3352011"/>
                </a:lnTo>
                <a:lnTo>
                  <a:pt x="444279" y="3320497"/>
                </a:lnTo>
                <a:lnTo>
                  <a:pt x="444279" y="777083"/>
                </a:lnTo>
                <a:lnTo>
                  <a:pt x="467844" y="745570"/>
                </a:lnTo>
                <a:close/>
                <a:moveTo>
                  <a:pt x="3532087" y="638129"/>
                </a:moveTo>
                <a:lnTo>
                  <a:pt x="3627360" y="742956"/>
                </a:lnTo>
                <a:lnTo>
                  <a:pt x="3627360" y="3354625"/>
                </a:lnTo>
                <a:lnTo>
                  <a:pt x="3532087" y="3459451"/>
                </a:lnTo>
                <a:close/>
                <a:moveTo>
                  <a:pt x="801541" y="425990"/>
                </a:moveTo>
                <a:lnTo>
                  <a:pt x="801541" y="3671591"/>
                </a:lnTo>
                <a:lnTo>
                  <a:pt x="745570" y="3629736"/>
                </a:lnTo>
                <a:lnTo>
                  <a:pt x="706268" y="3594016"/>
                </a:lnTo>
                <a:lnTo>
                  <a:pt x="706268" y="503564"/>
                </a:lnTo>
                <a:lnTo>
                  <a:pt x="745570" y="467845"/>
                </a:lnTo>
                <a:close/>
                <a:moveTo>
                  <a:pt x="3270144" y="406626"/>
                </a:moveTo>
                <a:lnTo>
                  <a:pt x="3352010" y="467845"/>
                </a:lnTo>
                <a:lnTo>
                  <a:pt x="3365417" y="480029"/>
                </a:lnTo>
                <a:lnTo>
                  <a:pt x="3365417" y="3617551"/>
                </a:lnTo>
                <a:lnTo>
                  <a:pt x="3352010" y="3629736"/>
                </a:lnTo>
                <a:lnTo>
                  <a:pt x="3270144" y="3690954"/>
                </a:lnTo>
                <a:close/>
                <a:moveTo>
                  <a:pt x="3063758" y="270603"/>
                </a:moveTo>
                <a:lnTo>
                  <a:pt x="3159031" y="328483"/>
                </a:lnTo>
                <a:lnTo>
                  <a:pt x="3159031" y="3769098"/>
                </a:lnTo>
                <a:lnTo>
                  <a:pt x="3063758" y="3826978"/>
                </a:lnTo>
                <a:close/>
                <a:moveTo>
                  <a:pt x="1063485" y="252582"/>
                </a:moveTo>
                <a:lnTo>
                  <a:pt x="1063485" y="3844998"/>
                </a:lnTo>
                <a:lnTo>
                  <a:pt x="968212" y="3787118"/>
                </a:lnTo>
                <a:lnTo>
                  <a:pt x="968212" y="310462"/>
                </a:lnTo>
                <a:close/>
                <a:moveTo>
                  <a:pt x="2801814" y="144733"/>
                </a:moveTo>
                <a:lnTo>
                  <a:pt x="2846271" y="161004"/>
                </a:lnTo>
                <a:lnTo>
                  <a:pt x="2897087" y="185484"/>
                </a:lnTo>
                <a:lnTo>
                  <a:pt x="2897087" y="3912097"/>
                </a:lnTo>
                <a:lnTo>
                  <a:pt x="2846271" y="3936576"/>
                </a:lnTo>
                <a:lnTo>
                  <a:pt x="2801814" y="3952848"/>
                </a:lnTo>
                <a:close/>
                <a:moveTo>
                  <a:pt x="1325428" y="133876"/>
                </a:moveTo>
                <a:lnTo>
                  <a:pt x="1325428" y="3963704"/>
                </a:lnTo>
                <a:lnTo>
                  <a:pt x="1251309" y="3936576"/>
                </a:lnTo>
                <a:lnTo>
                  <a:pt x="1230155" y="3926386"/>
                </a:lnTo>
                <a:lnTo>
                  <a:pt x="1230155" y="171195"/>
                </a:lnTo>
                <a:lnTo>
                  <a:pt x="1251309" y="161004"/>
                </a:lnTo>
                <a:close/>
                <a:moveTo>
                  <a:pt x="2539871" y="61726"/>
                </a:moveTo>
                <a:lnTo>
                  <a:pt x="2635144" y="86223"/>
                </a:lnTo>
                <a:lnTo>
                  <a:pt x="2635144" y="4011357"/>
                </a:lnTo>
                <a:lnTo>
                  <a:pt x="2539871" y="4035854"/>
                </a:lnTo>
                <a:close/>
                <a:moveTo>
                  <a:pt x="1587371" y="54099"/>
                </a:moveTo>
                <a:lnTo>
                  <a:pt x="1587371" y="4043481"/>
                </a:lnTo>
                <a:lnTo>
                  <a:pt x="1492098" y="4018984"/>
                </a:lnTo>
                <a:lnTo>
                  <a:pt x="1492098" y="78597"/>
                </a:lnTo>
                <a:close/>
                <a:moveTo>
                  <a:pt x="2277928" y="13579"/>
                </a:moveTo>
                <a:lnTo>
                  <a:pt x="2373201" y="28119"/>
                </a:lnTo>
                <a:lnTo>
                  <a:pt x="2373201" y="4069461"/>
                </a:lnTo>
                <a:lnTo>
                  <a:pt x="2277928" y="4084002"/>
                </a:lnTo>
                <a:close/>
                <a:moveTo>
                  <a:pt x="1849314" y="10073"/>
                </a:moveTo>
                <a:lnTo>
                  <a:pt x="1849314" y="4087507"/>
                </a:lnTo>
                <a:lnTo>
                  <a:pt x="1839313" y="4087002"/>
                </a:lnTo>
                <a:lnTo>
                  <a:pt x="1754041" y="4073988"/>
                </a:lnTo>
                <a:lnTo>
                  <a:pt x="1754041" y="23592"/>
                </a:lnTo>
                <a:lnTo>
                  <a:pt x="1839313" y="10578"/>
                </a:lnTo>
                <a:close/>
                <a:moveTo>
                  <a:pt x="2048790" y="0"/>
                </a:moveTo>
                <a:lnTo>
                  <a:pt x="2111258" y="3155"/>
                </a:lnTo>
                <a:lnTo>
                  <a:pt x="2111258" y="4094426"/>
                </a:lnTo>
                <a:lnTo>
                  <a:pt x="2048790" y="4097580"/>
                </a:lnTo>
                <a:lnTo>
                  <a:pt x="2015985" y="4095924"/>
                </a:lnTo>
                <a:lnTo>
                  <a:pt x="2015985" y="1657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461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任意多边形: 形状 10"/>
          <p:cNvSpPr/>
          <p:nvPr userDrawn="1">
            <p:custDataLst>
              <p:tags r:id="rId11"/>
            </p:custDataLst>
          </p:nvPr>
        </p:nvSpPr>
        <p:spPr>
          <a:xfrm>
            <a:off x="1" y="0"/>
            <a:ext cx="1743172" cy="1606532"/>
          </a:xfrm>
          <a:custGeom>
            <a:avLst/>
            <a:gdLst>
              <a:gd name="connsiteX0" fmla="*/ 0 w 3826529"/>
              <a:gd name="connsiteY0" fmla="*/ 0 h 3201328"/>
              <a:gd name="connsiteX1" fmla="*/ 3724251 w 3826529"/>
              <a:gd name="connsiteY1" fmla="*/ 0 h 3201328"/>
              <a:gd name="connsiteX2" fmla="*/ 3745355 w 3826529"/>
              <a:gd name="connsiteY2" fmla="*/ 38993 h 3201328"/>
              <a:gd name="connsiteX3" fmla="*/ 3734162 w 3826529"/>
              <a:gd name="connsiteY3" fmla="*/ 728290 h 3201328"/>
              <a:gd name="connsiteX4" fmla="*/ 1484166 w 3826529"/>
              <a:gd name="connsiteY4" fmla="*/ 903298 h 3201328"/>
              <a:gd name="connsiteX5" fmla="*/ 734167 w 3826529"/>
              <a:gd name="connsiteY5" fmla="*/ 3028303 h 3201328"/>
              <a:gd name="connsiteX6" fmla="*/ 67185 w 3826529"/>
              <a:gd name="connsiteY6" fmla="*/ 3201070 h 3201328"/>
              <a:gd name="connsiteX7" fmla="*/ 0 w 3826529"/>
              <a:gd name="connsiteY7" fmla="*/ 3196711 h 3201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26529" h="3201328">
                <a:moveTo>
                  <a:pt x="0" y="0"/>
                </a:moveTo>
                <a:lnTo>
                  <a:pt x="3724251" y="0"/>
                </a:lnTo>
                <a:lnTo>
                  <a:pt x="3745355" y="38993"/>
                </a:lnTo>
                <a:cubicBezTo>
                  <a:pt x="3850863" y="273070"/>
                  <a:pt x="3860039" y="558661"/>
                  <a:pt x="3734162" y="728290"/>
                </a:cubicBezTo>
                <a:cubicBezTo>
                  <a:pt x="3374913" y="1212391"/>
                  <a:pt x="2188625" y="384111"/>
                  <a:pt x="1484166" y="903298"/>
                </a:cubicBezTo>
                <a:cubicBezTo>
                  <a:pt x="802698" y="1405563"/>
                  <a:pt x="1379236" y="2573921"/>
                  <a:pt x="734167" y="3028303"/>
                </a:cubicBezTo>
                <a:cubicBezTo>
                  <a:pt x="564465" y="3147834"/>
                  <a:pt x="327588" y="3205714"/>
                  <a:pt x="67185" y="3201070"/>
                </a:cubicBezTo>
                <a:lnTo>
                  <a:pt x="0" y="3196711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 w="449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pic>
        <p:nvPicPr>
          <p:cNvPr id="15" name="图形 14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674206" y="0"/>
            <a:ext cx="1517793" cy="2437144"/>
          </a:xfrm>
          <a:prstGeom prst="rect">
            <a:avLst/>
          </a:prstGeom>
        </p:spPr>
      </p:pic>
      <p:sp>
        <p:nvSpPr>
          <p:cNvPr id="19" name="任意多边形: 形状 18"/>
          <p:cNvSpPr/>
          <p:nvPr userDrawn="1">
            <p:custDataLst>
              <p:tags r:id="rId15"/>
            </p:custDataLst>
          </p:nvPr>
        </p:nvSpPr>
        <p:spPr>
          <a:xfrm>
            <a:off x="10550430" y="2607612"/>
            <a:ext cx="634091" cy="1138205"/>
          </a:xfrm>
          <a:custGeom>
            <a:avLst/>
            <a:gdLst>
              <a:gd name="connsiteX0" fmla="*/ 109922 w 634091"/>
              <a:gd name="connsiteY0" fmla="*/ 1077255 h 1138205"/>
              <a:gd name="connsiteX1" fmla="*/ 127723 w 634091"/>
              <a:gd name="connsiteY1" fmla="*/ 1082240 h 1138205"/>
              <a:gd name="connsiteX2" fmla="*/ 111158 w 634091"/>
              <a:gd name="connsiteY2" fmla="*/ 1134804 h 1138205"/>
              <a:gd name="connsiteX3" fmla="*/ 64778 w 634091"/>
              <a:gd name="connsiteY3" fmla="*/ 1121665 h 1138205"/>
              <a:gd name="connsiteX4" fmla="*/ 91284 w 634091"/>
              <a:gd name="connsiteY4" fmla="*/ 1082240 h 1138205"/>
              <a:gd name="connsiteX5" fmla="*/ 109922 w 634091"/>
              <a:gd name="connsiteY5" fmla="*/ 1077255 h 1138205"/>
              <a:gd name="connsiteX6" fmla="*/ 275704 w 634091"/>
              <a:gd name="connsiteY6" fmla="*/ 1077248 h 1138205"/>
              <a:gd name="connsiteX7" fmla="*/ 293505 w 634091"/>
              <a:gd name="connsiteY7" fmla="*/ 1082233 h 1138205"/>
              <a:gd name="connsiteX8" fmla="*/ 276940 w 634091"/>
              <a:gd name="connsiteY8" fmla="*/ 1134805 h 1138205"/>
              <a:gd name="connsiteX9" fmla="*/ 230560 w 634091"/>
              <a:gd name="connsiteY9" fmla="*/ 1121666 h 1138205"/>
              <a:gd name="connsiteX10" fmla="*/ 230560 w 634091"/>
              <a:gd name="connsiteY10" fmla="*/ 1121658 h 1138205"/>
              <a:gd name="connsiteX11" fmla="*/ 257066 w 634091"/>
              <a:gd name="connsiteY11" fmla="*/ 1082233 h 1138205"/>
              <a:gd name="connsiteX12" fmla="*/ 275704 w 634091"/>
              <a:gd name="connsiteY12" fmla="*/ 1077248 h 1138205"/>
              <a:gd name="connsiteX13" fmla="*/ 368783 w 634091"/>
              <a:gd name="connsiteY13" fmla="*/ 959573 h 1138205"/>
              <a:gd name="connsiteX14" fmla="*/ 386584 w 634091"/>
              <a:gd name="connsiteY14" fmla="*/ 964558 h 1138205"/>
              <a:gd name="connsiteX15" fmla="*/ 370019 w 634091"/>
              <a:gd name="connsiteY15" fmla="*/ 1017122 h 1138205"/>
              <a:gd name="connsiteX16" fmla="*/ 323639 w 634091"/>
              <a:gd name="connsiteY16" fmla="*/ 1003983 h 1138205"/>
              <a:gd name="connsiteX17" fmla="*/ 350145 w 634091"/>
              <a:gd name="connsiteY17" fmla="*/ 964558 h 1138205"/>
              <a:gd name="connsiteX18" fmla="*/ 368783 w 634091"/>
              <a:gd name="connsiteY18" fmla="*/ 959573 h 1138205"/>
              <a:gd name="connsiteX19" fmla="*/ 261429 w 634091"/>
              <a:gd name="connsiteY19" fmla="*/ 934470 h 1138205"/>
              <a:gd name="connsiteX20" fmla="*/ 279230 w 634091"/>
              <a:gd name="connsiteY20" fmla="*/ 939455 h 1138205"/>
              <a:gd name="connsiteX21" fmla="*/ 262665 w 634091"/>
              <a:gd name="connsiteY21" fmla="*/ 992019 h 1138205"/>
              <a:gd name="connsiteX22" fmla="*/ 216285 w 634091"/>
              <a:gd name="connsiteY22" fmla="*/ 978880 h 1138205"/>
              <a:gd name="connsiteX23" fmla="*/ 242791 w 634091"/>
              <a:gd name="connsiteY23" fmla="*/ 939455 h 1138205"/>
              <a:gd name="connsiteX24" fmla="*/ 261429 w 634091"/>
              <a:gd name="connsiteY24" fmla="*/ 934470 h 1138205"/>
              <a:gd name="connsiteX25" fmla="*/ 70043 w 634091"/>
              <a:gd name="connsiteY25" fmla="*/ 813757 h 1138205"/>
              <a:gd name="connsiteX26" fmla="*/ 97062 w 634091"/>
              <a:gd name="connsiteY26" fmla="*/ 821387 h 1138205"/>
              <a:gd name="connsiteX27" fmla="*/ 71919 w 634091"/>
              <a:gd name="connsiteY27" fmla="*/ 901831 h 1138205"/>
              <a:gd name="connsiteX28" fmla="*/ 1524 w 634091"/>
              <a:gd name="connsiteY28" fmla="*/ 881723 h 1138205"/>
              <a:gd name="connsiteX29" fmla="*/ 41751 w 634091"/>
              <a:gd name="connsiteY29" fmla="*/ 821387 h 1138205"/>
              <a:gd name="connsiteX30" fmla="*/ 70043 w 634091"/>
              <a:gd name="connsiteY30" fmla="*/ 813757 h 1138205"/>
              <a:gd name="connsiteX31" fmla="*/ 253029 w 634091"/>
              <a:gd name="connsiteY31" fmla="*/ 767011 h 1138205"/>
              <a:gd name="connsiteX32" fmla="*/ 267543 w 634091"/>
              <a:gd name="connsiteY32" fmla="*/ 771075 h 1138205"/>
              <a:gd name="connsiteX33" fmla="*/ 254037 w 634091"/>
              <a:gd name="connsiteY33" fmla="*/ 813932 h 1138205"/>
              <a:gd name="connsiteX34" fmla="*/ 216223 w 634091"/>
              <a:gd name="connsiteY34" fmla="*/ 803219 h 1138205"/>
              <a:gd name="connsiteX35" fmla="*/ 237834 w 634091"/>
              <a:gd name="connsiteY35" fmla="*/ 771075 h 1138205"/>
              <a:gd name="connsiteX36" fmla="*/ 253029 w 634091"/>
              <a:gd name="connsiteY36" fmla="*/ 767011 h 1138205"/>
              <a:gd name="connsiteX37" fmla="*/ 473911 w 634091"/>
              <a:gd name="connsiteY37" fmla="*/ 761417 h 1138205"/>
              <a:gd name="connsiteX38" fmla="*/ 491712 w 634091"/>
              <a:gd name="connsiteY38" fmla="*/ 766402 h 1138205"/>
              <a:gd name="connsiteX39" fmla="*/ 475147 w 634091"/>
              <a:gd name="connsiteY39" fmla="*/ 818974 h 1138205"/>
              <a:gd name="connsiteX40" fmla="*/ 428767 w 634091"/>
              <a:gd name="connsiteY40" fmla="*/ 805835 h 1138205"/>
              <a:gd name="connsiteX41" fmla="*/ 428767 w 634091"/>
              <a:gd name="connsiteY41" fmla="*/ 805827 h 1138205"/>
              <a:gd name="connsiteX42" fmla="*/ 455273 w 634091"/>
              <a:gd name="connsiteY42" fmla="*/ 766402 h 1138205"/>
              <a:gd name="connsiteX43" fmla="*/ 473911 w 634091"/>
              <a:gd name="connsiteY43" fmla="*/ 761417 h 1138205"/>
              <a:gd name="connsiteX44" fmla="*/ 198162 w 634091"/>
              <a:gd name="connsiteY44" fmla="*/ 613030 h 1138205"/>
              <a:gd name="connsiteX45" fmla="*/ 211379 w 634091"/>
              <a:gd name="connsiteY45" fmla="*/ 616762 h 1138205"/>
              <a:gd name="connsiteX46" fmla="*/ 199080 w 634091"/>
              <a:gd name="connsiteY46" fmla="*/ 656112 h 1138205"/>
              <a:gd name="connsiteX47" fmla="*/ 164645 w 634091"/>
              <a:gd name="connsiteY47" fmla="*/ 646276 h 1138205"/>
              <a:gd name="connsiteX48" fmla="*/ 184323 w 634091"/>
              <a:gd name="connsiteY48" fmla="*/ 616762 h 1138205"/>
              <a:gd name="connsiteX49" fmla="*/ 198162 w 634091"/>
              <a:gd name="connsiteY49" fmla="*/ 613030 h 1138205"/>
              <a:gd name="connsiteX50" fmla="*/ 391308 w 634091"/>
              <a:gd name="connsiteY50" fmla="*/ 594870 h 1138205"/>
              <a:gd name="connsiteX51" fmla="*/ 399135 w 634091"/>
              <a:gd name="connsiteY51" fmla="*/ 677035 h 1138205"/>
              <a:gd name="connsiteX52" fmla="*/ 328708 w 634091"/>
              <a:gd name="connsiteY52" fmla="*/ 684863 h 1138205"/>
              <a:gd name="connsiteX53" fmla="*/ 316970 w 634091"/>
              <a:gd name="connsiteY53" fmla="*/ 649650 h 1138205"/>
              <a:gd name="connsiteX54" fmla="*/ 344356 w 634091"/>
              <a:gd name="connsiteY54" fmla="*/ 606608 h 1138205"/>
              <a:gd name="connsiteX55" fmla="*/ 391308 w 634091"/>
              <a:gd name="connsiteY55" fmla="*/ 594870 h 1138205"/>
              <a:gd name="connsiteX56" fmla="*/ 392859 w 634091"/>
              <a:gd name="connsiteY56" fmla="*/ 351638 h 1138205"/>
              <a:gd name="connsiteX57" fmla="*/ 434663 w 634091"/>
              <a:gd name="connsiteY57" fmla="*/ 363344 h 1138205"/>
              <a:gd name="connsiteX58" fmla="*/ 395762 w 634091"/>
              <a:gd name="connsiteY58" fmla="*/ 486785 h 1138205"/>
              <a:gd name="connsiteX59" fmla="*/ 286844 w 634091"/>
              <a:gd name="connsiteY59" fmla="*/ 455929 h 1138205"/>
              <a:gd name="connsiteX60" fmla="*/ 349090 w 634091"/>
              <a:gd name="connsiteY60" fmla="*/ 363344 h 1138205"/>
              <a:gd name="connsiteX61" fmla="*/ 392859 w 634091"/>
              <a:gd name="connsiteY61" fmla="*/ 351638 h 1138205"/>
              <a:gd name="connsiteX62" fmla="*/ 207870 w 634091"/>
              <a:gd name="connsiteY62" fmla="*/ 258230 h 1138205"/>
              <a:gd name="connsiteX63" fmla="*/ 257246 w 634091"/>
              <a:gd name="connsiteY63" fmla="*/ 272172 h 1138205"/>
              <a:gd name="connsiteX64" fmla="*/ 211299 w 634091"/>
              <a:gd name="connsiteY64" fmla="*/ 419181 h 1138205"/>
              <a:gd name="connsiteX65" fmla="*/ 82655 w 634091"/>
              <a:gd name="connsiteY65" fmla="*/ 382433 h 1138205"/>
              <a:gd name="connsiteX66" fmla="*/ 156168 w 634091"/>
              <a:gd name="connsiteY66" fmla="*/ 272172 h 1138205"/>
              <a:gd name="connsiteX67" fmla="*/ 207870 w 634091"/>
              <a:gd name="connsiteY67" fmla="*/ 258230 h 1138205"/>
              <a:gd name="connsiteX68" fmla="*/ 579941 w 634091"/>
              <a:gd name="connsiteY68" fmla="*/ 186436 h 1138205"/>
              <a:gd name="connsiteX69" fmla="*/ 621745 w 634091"/>
              <a:gd name="connsiteY69" fmla="*/ 198142 h 1138205"/>
              <a:gd name="connsiteX70" fmla="*/ 582844 w 634091"/>
              <a:gd name="connsiteY70" fmla="*/ 321600 h 1138205"/>
              <a:gd name="connsiteX71" fmla="*/ 473926 w 634091"/>
              <a:gd name="connsiteY71" fmla="*/ 290745 h 1138205"/>
              <a:gd name="connsiteX72" fmla="*/ 473926 w 634091"/>
              <a:gd name="connsiteY72" fmla="*/ 290727 h 1138205"/>
              <a:gd name="connsiteX73" fmla="*/ 536172 w 634091"/>
              <a:gd name="connsiteY73" fmla="*/ 198142 h 1138205"/>
              <a:gd name="connsiteX74" fmla="*/ 579941 w 634091"/>
              <a:gd name="connsiteY74" fmla="*/ 186436 h 1138205"/>
              <a:gd name="connsiteX75" fmla="*/ 425741 w 634091"/>
              <a:gd name="connsiteY75" fmla="*/ 306 h 1138205"/>
              <a:gd name="connsiteX76" fmla="*/ 459369 w 634091"/>
              <a:gd name="connsiteY76" fmla="*/ 5702 h 1138205"/>
              <a:gd name="connsiteX77" fmla="*/ 477751 w 634091"/>
              <a:gd name="connsiteY77" fmla="*/ 198659 h 1138205"/>
              <a:gd name="connsiteX78" fmla="*/ 312360 w 634091"/>
              <a:gd name="connsiteY78" fmla="*/ 217042 h 1138205"/>
              <a:gd name="connsiteX79" fmla="*/ 284794 w 634091"/>
              <a:gd name="connsiteY79" fmla="*/ 134346 h 1138205"/>
              <a:gd name="connsiteX80" fmla="*/ 349107 w 634091"/>
              <a:gd name="connsiteY80" fmla="*/ 33267 h 1138205"/>
              <a:gd name="connsiteX81" fmla="*/ 425741 w 634091"/>
              <a:gd name="connsiteY81" fmla="*/ 306 h 1138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634091" h="1138205">
                <a:moveTo>
                  <a:pt x="109922" y="1077255"/>
                </a:moveTo>
                <a:cubicBezTo>
                  <a:pt x="116750" y="1076720"/>
                  <a:pt x="123439" y="1077846"/>
                  <a:pt x="127723" y="1082240"/>
                </a:cubicBezTo>
                <a:cubicBezTo>
                  <a:pt x="138808" y="1093612"/>
                  <a:pt x="131934" y="1124974"/>
                  <a:pt x="111158" y="1134804"/>
                </a:cubicBezTo>
                <a:cubicBezTo>
                  <a:pt x="94541" y="1142676"/>
                  <a:pt x="70002" y="1136301"/>
                  <a:pt x="64778" y="1121665"/>
                </a:cubicBezTo>
                <a:cubicBezTo>
                  <a:pt x="59416" y="1106641"/>
                  <a:pt x="76604" y="1089063"/>
                  <a:pt x="91284" y="1082240"/>
                </a:cubicBezTo>
                <a:cubicBezTo>
                  <a:pt x="96126" y="1079988"/>
                  <a:pt x="103094" y="1077791"/>
                  <a:pt x="109922" y="1077255"/>
                </a:cubicBezTo>
                <a:close/>
                <a:moveTo>
                  <a:pt x="275704" y="1077248"/>
                </a:moveTo>
                <a:cubicBezTo>
                  <a:pt x="282532" y="1076713"/>
                  <a:pt x="289221" y="1077839"/>
                  <a:pt x="293505" y="1082233"/>
                </a:cubicBezTo>
                <a:cubicBezTo>
                  <a:pt x="304590" y="1093612"/>
                  <a:pt x="297716" y="1124974"/>
                  <a:pt x="276940" y="1134805"/>
                </a:cubicBezTo>
                <a:cubicBezTo>
                  <a:pt x="260323" y="1142676"/>
                  <a:pt x="235784" y="1136301"/>
                  <a:pt x="230560" y="1121666"/>
                </a:cubicBezTo>
                <a:lnTo>
                  <a:pt x="230560" y="1121658"/>
                </a:lnTo>
                <a:cubicBezTo>
                  <a:pt x="225198" y="1106634"/>
                  <a:pt x="242386" y="1089056"/>
                  <a:pt x="257066" y="1082233"/>
                </a:cubicBezTo>
                <a:cubicBezTo>
                  <a:pt x="261908" y="1079981"/>
                  <a:pt x="268876" y="1077784"/>
                  <a:pt x="275704" y="1077248"/>
                </a:cubicBezTo>
                <a:close/>
                <a:moveTo>
                  <a:pt x="368783" y="959573"/>
                </a:moveTo>
                <a:cubicBezTo>
                  <a:pt x="375611" y="959038"/>
                  <a:pt x="382299" y="960164"/>
                  <a:pt x="386584" y="964558"/>
                </a:cubicBezTo>
                <a:cubicBezTo>
                  <a:pt x="397669" y="975930"/>
                  <a:pt x="390795" y="1007292"/>
                  <a:pt x="370019" y="1017122"/>
                </a:cubicBezTo>
                <a:cubicBezTo>
                  <a:pt x="353402" y="1024994"/>
                  <a:pt x="328863" y="1018619"/>
                  <a:pt x="323639" y="1003983"/>
                </a:cubicBezTo>
                <a:cubicBezTo>
                  <a:pt x="318277" y="988959"/>
                  <a:pt x="335465" y="971381"/>
                  <a:pt x="350145" y="964558"/>
                </a:cubicBezTo>
                <a:cubicBezTo>
                  <a:pt x="354987" y="962306"/>
                  <a:pt x="361955" y="960109"/>
                  <a:pt x="368783" y="959573"/>
                </a:cubicBezTo>
                <a:close/>
                <a:moveTo>
                  <a:pt x="261429" y="934470"/>
                </a:moveTo>
                <a:cubicBezTo>
                  <a:pt x="268257" y="933935"/>
                  <a:pt x="274946" y="935061"/>
                  <a:pt x="279230" y="939455"/>
                </a:cubicBezTo>
                <a:cubicBezTo>
                  <a:pt x="290315" y="950827"/>
                  <a:pt x="283441" y="982189"/>
                  <a:pt x="262665" y="992019"/>
                </a:cubicBezTo>
                <a:cubicBezTo>
                  <a:pt x="246048" y="999891"/>
                  <a:pt x="221509" y="993516"/>
                  <a:pt x="216285" y="978880"/>
                </a:cubicBezTo>
                <a:cubicBezTo>
                  <a:pt x="210923" y="963856"/>
                  <a:pt x="228111" y="946278"/>
                  <a:pt x="242791" y="939455"/>
                </a:cubicBezTo>
                <a:cubicBezTo>
                  <a:pt x="247633" y="937203"/>
                  <a:pt x="254601" y="935006"/>
                  <a:pt x="261429" y="934470"/>
                </a:cubicBezTo>
                <a:close/>
                <a:moveTo>
                  <a:pt x="70043" y="813757"/>
                </a:moveTo>
                <a:cubicBezTo>
                  <a:pt x="80409" y="812937"/>
                  <a:pt x="90562" y="814660"/>
                  <a:pt x="97062" y="821387"/>
                </a:cubicBezTo>
                <a:cubicBezTo>
                  <a:pt x="113890" y="838790"/>
                  <a:pt x="103444" y="886785"/>
                  <a:pt x="71919" y="901831"/>
                </a:cubicBezTo>
                <a:cubicBezTo>
                  <a:pt x="46691" y="913870"/>
                  <a:pt x="9453" y="904122"/>
                  <a:pt x="1524" y="881723"/>
                </a:cubicBezTo>
                <a:cubicBezTo>
                  <a:pt x="-6621" y="858720"/>
                  <a:pt x="19464" y="831832"/>
                  <a:pt x="41751" y="821387"/>
                </a:cubicBezTo>
                <a:cubicBezTo>
                  <a:pt x="49100" y="817941"/>
                  <a:pt x="59677" y="814578"/>
                  <a:pt x="70043" y="813757"/>
                </a:cubicBezTo>
                <a:close/>
                <a:moveTo>
                  <a:pt x="253029" y="767011"/>
                </a:moveTo>
                <a:cubicBezTo>
                  <a:pt x="258596" y="766574"/>
                  <a:pt x="264050" y="767492"/>
                  <a:pt x="267543" y="771075"/>
                </a:cubicBezTo>
                <a:cubicBezTo>
                  <a:pt x="276581" y="780346"/>
                  <a:pt x="270976" y="805916"/>
                  <a:pt x="254037" y="813932"/>
                </a:cubicBezTo>
                <a:cubicBezTo>
                  <a:pt x="240489" y="820350"/>
                  <a:pt x="220482" y="815152"/>
                  <a:pt x="216223" y="803219"/>
                </a:cubicBezTo>
                <a:cubicBezTo>
                  <a:pt x="211851" y="790969"/>
                  <a:pt x="225865" y="776638"/>
                  <a:pt x="237834" y="771075"/>
                </a:cubicBezTo>
                <a:cubicBezTo>
                  <a:pt x="241782" y="769239"/>
                  <a:pt x="247462" y="767447"/>
                  <a:pt x="253029" y="767011"/>
                </a:cubicBezTo>
                <a:close/>
                <a:moveTo>
                  <a:pt x="473911" y="761417"/>
                </a:moveTo>
                <a:cubicBezTo>
                  <a:pt x="480739" y="760882"/>
                  <a:pt x="487428" y="762008"/>
                  <a:pt x="491712" y="766402"/>
                </a:cubicBezTo>
                <a:cubicBezTo>
                  <a:pt x="502797" y="777781"/>
                  <a:pt x="495923" y="809143"/>
                  <a:pt x="475147" y="818974"/>
                </a:cubicBezTo>
                <a:cubicBezTo>
                  <a:pt x="458530" y="826845"/>
                  <a:pt x="433991" y="820470"/>
                  <a:pt x="428767" y="805835"/>
                </a:cubicBezTo>
                <a:lnTo>
                  <a:pt x="428767" y="805827"/>
                </a:lnTo>
                <a:cubicBezTo>
                  <a:pt x="423405" y="790803"/>
                  <a:pt x="440593" y="773225"/>
                  <a:pt x="455273" y="766402"/>
                </a:cubicBezTo>
                <a:cubicBezTo>
                  <a:pt x="460115" y="764150"/>
                  <a:pt x="467082" y="761953"/>
                  <a:pt x="473911" y="761417"/>
                </a:cubicBezTo>
                <a:close/>
                <a:moveTo>
                  <a:pt x="198162" y="613030"/>
                </a:moveTo>
                <a:cubicBezTo>
                  <a:pt x="203233" y="612628"/>
                  <a:pt x="208200" y="613471"/>
                  <a:pt x="211379" y="616762"/>
                </a:cubicBezTo>
                <a:cubicBezTo>
                  <a:pt x="219611" y="625274"/>
                  <a:pt x="214501" y="648752"/>
                  <a:pt x="199080" y="656112"/>
                </a:cubicBezTo>
                <a:cubicBezTo>
                  <a:pt x="186739" y="662001"/>
                  <a:pt x="168523" y="657233"/>
                  <a:pt x="164645" y="646276"/>
                </a:cubicBezTo>
                <a:cubicBezTo>
                  <a:pt x="160661" y="635023"/>
                  <a:pt x="173421" y="621871"/>
                  <a:pt x="184323" y="616762"/>
                </a:cubicBezTo>
                <a:cubicBezTo>
                  <a:pt x="187918" y="615076"/>
                  <a:pt x="193092" y="613431"/>
                  <a:pt x="198162" y="613030"/>
                </a:cubicBezTo>
                <a:close/>
                <a:moveTo>
                  <a:pt x="391308" y="594870"/>
                </a:moveTo>
                <a:cubicBezTo>
                  <a:pt x="413749" y="605507"/>
                  <a:pt x="421804" y="652107"/>
                  <a:pt x="399135" y="677035"/>
                </a:cubicBezTo>
                <a:cubicBezTo>
                  <a:pt x="381521" y="696410"/>
                  <a:pt x="346498" y="701443"/>
                  <a:pt x="328708" y="684863"/>
                </a:cubicBezTo>
                <a:cubicBezTo>
                  <a:pt x="315481" y="672531"/>
                  <a:pt x="316757" y="652892"/>
                  <a:pt x="316970" y="649650"/>
                </a:cubicBezTo>
                <a:cubicBezTo>
                  <a:pt x="318584" y="624868"/>
                  <a:pt x="338597" y="610687"/>
                  <a:pt x="344356" y="606608"/>
                </a:cubicBezTo>
                <a:cubicBezTo>
                  <a:pt x="349300" y="603109"/>
                  <a:pt x="373106" y="586243"/>
                  <a:pt x="391308" y="594870"/>
                </a:cubicBezTo>
                <a:close/>
                <a:moveTo>
                  <a:pt x="392859" y="351638"/>
                </a:moveTo>
                <a:cubicBezTo>
                  <a:pt x="408894" y="350380"/>
                  <a:pt x="424602" y="353024"/>
                  <a:pt x="434663" y="363344"/>
                </a:cubicBezTo>
                <a:cubicBezTo>
                  <a:pt x="460695" y="390048"/>
                  <a:pt x="444552" y="463699"/>
                  <a:pt x="395762" y="486785"/>
                </a:cubicBezTo>
                <a:cubicBezTo>
                  <a:pt x="356740" y="505271"/>
                  <a:pt x="299111" y="490300"/>
                  <a:pt x="286844" y="455929"/>
                </a:cubicBezTo>
                <a:cubicBezTo>
                  <a:pt x="274251" y="420646"/>
                  <a:pt x="314616" y="379367"/>
                  <a:pt x="349090" y="363344"/>
                </a:cubicBezTo>
                <a:cubicBezTo>
                  <a:pt x="360461" y="358055"/>
                  <a:pt x="376824" y="352895"/>
                  <a:pt x="392859" y="351638"/>
                </a:cubicBezTo>
                <a:close/>
                <a:moveTo>
                  <a:pt x="207870" y="258230"/>
                </a:moveTo>
                <a:cubicBezTo>
                  <a:pt x="226813" y="256731"/>
                  <a:pt x="245368" y="259879"/>
                  <a:pt x="257246" y="272172"/>
                </a:cubicBezTo>
                <a:cubicBezTo>
                  <a:pt x="287999" y="303975"/>
                  <a:pt x="268910" y="391684"/>
                  <a:pt x="211299" y="419181"/>
                </a:cubicBezTo>
                <a:cubicBezTo>
                  <a:pt x="165196" y="441181"/>
                  <a:pt x="97144" y="423367"/>
                  <a:pt x="82655" y="382433"/>
                </a:cubicBezTo>
                <a:cubicBezTo>
                  <a:pt x="67770" y="340396"/>
                  <a:pt x="115440" y="291261"/>
                  <a:pt x="156168" y="272172"/>
                </a:cubicBezTo>
                <a:cubicBezTo>
                  <a:pt x="169598" y="265875"/>
                  <a:pt x="188928" y="259729"/>
                  <a:pt x="207870" y="258230"/>
                </a:cubicBezTo>
                <a:close/>
                <a:moveTo>
                  <a:pt x="579941" y="186436"/>
                </a:moveTo>
                <a:cubicBezTo>
                  <a:pt x="595976" y="185178"/>
                  <a:pt x="611684" y="187822"/>
                  <a:pt x="621745" y="198142"/>
                </a:cubicBezTo>
                <a:cubicBezTo>
                  <a:pt x="647777" y="224864"/>
                  <a:pt x="631634" y="298514"/>
                  <a:pt x="582844" y="321600"/>
                </a:cubicBezTo>
                <a:cubicBezTo>
                  <a:pt x="543822" y="340086"/>
                  <a:pt x="486193" y="325115"/>
                  <a:pt x="473926" y="290745"/>
                </a:cubicBezTo>
                <a:lnTo>
                  <a:pt x="473926" y="290727"/>
                </a:lnTo>
                <a:cubicBezTo>
                  <a:pt x="461333" y="255444"/>
                  <a:pt x="501698" y="214165"/>
                  <a:pt x="536172" y="198142"/>
                </a:cubicBezTo>
                <a:cubicBezTo>
                  <a:pt x="547543" y="192853"/>
                  <a:pt x="563906" y="187693"/>
                  <a:pt x="579941" y="186436"/>
                </a:cubicBezTo>
                <a:close/>
                <a:moveTo>
                  <a:pt x="425741" y="306"/>
                </a:moveTo>
                <a:cubicBezTo>
                  <a:pt x="437174" y="-686"/>
                  <a:pt x="448683" y="637"/>
                  <a:pt x="459369" y="5702"/>
                </a:cubicBezTo>
                <a:cubicBezTo>
                  <a:pt x="512070" y="30683"/>
                  <a:pt x="530987" y="140117"/>
                  <a:pt x="477751" y="198659"/>
                </a:cubicBezTo>
                <a:cubicBezTo>
                  <a:pt x="436386" y="244159"/>
                  <a:pt x="354138" y="255978"/>
                  <a:pt x="312360" y="217042"/>
                </a:cubicBezTo>
                <a:cubicBezTo>
                  <a:pt x="281297" y="188081"/>
                  <a:pt x="284295" y="141961"/>
                  <a:pt x="284794" y="134346"/>
                </a:cubicBezTo>
                <a:cubicBezTo>
                  <a:pt x="288585" y="76149"/>
                  <a:pt x="335583" y="42846"/>
                  <a:pt x="349107" y="33267"/>
                </a:cubicBezTo>
                <a:cubicBezTo>
                  <a:pt x="357816" y="27104"/>
                  <a:pt x="391440" y="3284"/>
                  <a:pt x="425741" y="306"/>
                </a:cubicBezTo>
                <a:close/>
              </a:path>
            </a:pathLst>
          </a:custGeom>
          <a:solidFill>
            <a:schemeClr val="accent6"/>
          </a:solidFill>
          <a:ln w="171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pic>
        <p:nvPicPr>
          <p:cNvPr id="21" name="图形 20"/>
          <p:cNvPicPr>
            <a:picLocks noChangeAspect="1"/>
          </p:cNvPicPr>
          <p:nvPr userDrawn="1"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flipH="1">
            <a:off x="0" y="0"/>
            <a:ext cx="1171399" cy="572874"/>
          </a:xfrm>
          <a:prstGeom prst="rect">
            <a:avLst/>
          </a:prstGeom>
        </p:spPr>
      </p:pic>
      <p:sp>
        <p:nvSpPr>
          <p:cNvPr id="23" name="任意多边形: 形状 22"/>
          <p:cNvSpPr/>
          <p:nvPr userDrawn="1">
            <p:custDataLst>
              <p:tags r:id="rId19"/>
            </p:custDataLst>
          </p:nvPr>
        </p:nvSpPr>
        <p:spPr>
          <a:xfrm rot="16200000">
            <a:off x="8331559" y="5815173"/>
            <a:ext cx="344040" cy="431339"/>
          </a:xfrm>
          <a:custGeom>
            <a:avLst/>
            <a:gdLst>
              <a:gd name="connsiteX0" fmla="*/ 83325 w 344040"/>
              <a:gd name="connsiteY0" fmla="*/ 395342 h 431339"/>
              <a:gd name="connsiteX1" fmla="*/ 74002 w 344040"/>
              <a:gd name="connsiteY1" fmla="*/ 407288 h 431339"/>
              <a:gd name="connsiteX2" fmla="*/ 52626 w 344040"/>
              <a:gd name="connsiteY2" fmla="*/ 401182 h 431339"/>
              <a:gd name="connsiteX3" fmla="*/ 64842 w 344040"/>
              <a:gd name="connsiteY3" fmla="*/ 382861 h 431339"/>
              <a:gd name="connsiteX4" fmla="*/ 73432 w 344040"/>
              <a:gd name="connsiteY4" fmla="*/ 380544 h 431339"/>
              <a:gd name="connsiteX5" fmla="*/ 81637 w 344040"/>
              <a:gd name="connsiteY5" fmla="*/ 382861 h 431339"/>
              <a:gd name="connsiteX6" fmla="*/ 83325 w 344040"/>
              <a:gd name="connsiteY6" fmla="*/ 395342 h 431339"/>
              <a:gd name="connsiteX7" fmla="*/ 118735 w 344040"/>
              <a:gd name="connsiteY7" fmla="*/ 189141 h 431339"/>
              <a:gd name="connsiteX8" fmla="*/ 81587 w 344040"/>
              <a:gd name="connsiteY8" fmla="*/ 260210 h 431339"/>
              <a:gd name="connsiteX9" fmla="*/ 1730 w 344040"/>
              <a:gd name="connsiteY9" fmla="*/ 237399 h 431339"/>
              <a:gd name="connsiteX10" fmla="*/ 47364 w 344040"/>
              <a:gd name="connsiteY10" fmla="*/ 168953 h 431339"/>
              <a:gd name="connsiteX11" fmla="*/ 79459 w 344040"/>
              <a:gd name="connsiteY11" fmla="*/ 160299 h 431339"/>
              <a:gd name="connsiteX12" fmla="*/ 110109 w 344040"/>
              <a:gd name="connsiteY12" fmla="*/ 168953 h 431339"/>
              <a:gd name="connsiteX13" fmla="*/ 118735 w 344040"/>
              <a:gd name="connsiteY13" fmla="*/ 189141 h 431339"/>
              <a:gd name="connsiteX14" fmla="*/ 206260 w 344040"/>
              <a:gd name="connsiteY14" fmla="*/ 391447 h 431339"/>
              <a:gd name="connsiteX15" fmla="*/ 198188 w 344040"/>
              <a:gd name="connsiteY15" fmla="*/ 420276 h 431339"/>
              <a:gd name="connsiteX16" fmla="*/ 154470 w 344040"/>
              <a:gd name="connsiteY16" fmla="*/ 425135 h 431339"/>
              <a:gd name="connsiteX17" fmla="*/ 147183 w 344040"/>
              <a:gd name="connsiteY17" fmla="*/ 403276 h 431339"/>
              <a:gd name="connsiteX18" fmla="*/ 164184 w 344040"/>
              <a:gd name="connsiteY18" fmla="*/ 376557 h 431339"/>
              <a:gd name="connsiteX19" fmla="*/ 193329 w 344040"/>
              <a:gd name="connsiteY19" fmla="*/ 369271 h 431339"/>
              <a:gd name="connsiteX20" fmla="*/ 206260 w 344040"/>
              <a:gd name="connsiteY20" fmla="*/ 391447 h 431339"/>
              <a:gd name="connsiteX21" fmla="*/ 227546 w 344040"/>
              <a:gd name="connsiteY21" fmla="*/ 242500 h 431339"/>
              <a:gd name="connsiteX22" fmla="*/ 196094 w 344040"/>
              <a:gd name="connsiteY22" fmla="*/ 302176 h 431339"/>
              <a:gd name="connsiteX23" fmla="*/ 128482 w 344040"/>
              <a:gd name="connsiteY23" fmla="*/ 283022 h 431339"/>
              <a:gd name="connsiteX24" fmla="*/ 167122 w 344040"/>
              <a:gd name="connsiteY24" fmla="*/ 225549 h 431339"/>
              <a:gd name="connsiteX25" fmla="*/ 194292 w 344040"/>
              <a:gd name="connsiteY25" fmla="*/ 218283 h 431339"/>
              <a:gd name="connsiteX26" fmla="*/ 220242 w 344040"/>
              <a:gd name="connsiteY26" fmla="*/ 225549 h 431339"/>
              <a:gd name="connsiteX27" fmla="*/ 227546 w 344040"/>
              <a:gd name="connsiteY27" fmla="*/ 242500 h 431339"/>
              <a:gd name="connsiteX28" fmla="*/ 265945 w 344040"/>
              <a:gd name="connsiteY28" fmla="*/ 55617 h 431339"/>
              <a:gd name="connsiteX29" fmla="*/ 246990 w 344040"/>
              <a:gd name="connsiteY29" fmla="*/ 123319 h 431339"/>
              <a:gd name="connsiteX30" fmla="*/ 144322 w 344040"/>
              <a:gd name="connsiteY30" fmla="*/ 134731 h 431339"/>
              <a:gd name="connsiteX31" fmla="*/ 127210 w 344040"/>
              <a:gd name="connsiteY31" fmla="*/ 83397 h 431339"/>
              <a:gd name="connsiteX32" fmla="*/ 167133 w 344040"/>
              <a:gd name="connsiteY32" fmla="*/ 20651 h 431339"/>
              <a:gd name="connsiteX33" fmla="*/ 214704 w 344040"/>
              <a:gd name="connsiteY33" fmla="*/ 190 h 431339"/>
              <a:gd name="connsiteX34" fmla="*/ 235579 w 344040"/>
              <a:gd name="connsiteY34" fmla="*/ 3540 h 431339"/>
              <a:gd name="connsiteX35" fmla="*/ 265945 w 344040"/>
              <a:gd name="connsiteY35" fmla="*/ 55617 h 431339"/>
              <a:gd name="connsiteX36" fmla="*/ 343679 w 344040"/>
              <a:gd name="connsiteY36" fmla="*/ 139956 h 431339"/>
              <a:gd name="connsiteX37" fmla="*/ 312227 w 344040"/>
              <a:gd name="connsiteY37" fmla="*/ 199636 h 431339"/>
              <a:gd name="connsiteX38" fmla="*/ 244615 w 344040"/>
              <a:gd name="connsiteY38" fmla="*/ 180483 h 431339"/>
              <a:gd name="connsiteX39" fmla="*/ 244615 w 344040"/>
              <a:gd name="connsiteY39" fmla="*/ 180471 h 431339"/>
              <a:gd name="connsiteX40" fmla="*/ 283255 w 344040"/>
              <a:gd name="connsiteY40" fmla="*/ 122998 h 431339"/>
              <a:gd name="connsiteX41" fmla="*/ 310425 w 344040"/>
              <a:gd name="connsiteY41" fmla="*/ 115732 h 431339"/>
              <a:gd name="connsiteX42" fmla="*/ 336375 w 344040"/>
              <a:gd name="connsiteY42" fmla="*/ 122998 h 431339"/>
              <a:gd name="connsiteX43" fmla="*/ 343679 w 344040"/>
              <a:gd name="connsiteY43" fmla="*/ 139956 h 431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344040" h="431339">
                <a:moveTo>
                  <a:pt x="83325" y="395342"/>
                </a:moveTo>
                <a:cubicBezTo>
                  <a:pt x="81975" y="400217"/>
                  <a:pt x="78789" y="405003"/>
                  <a:pt x="74002" y="407288"/>
                </a:cubicBezTo>
                <a:cubicBezTo>
                  <a:pt x="66341" y="410943"/>
                  <a:pt x="55034" y="407983"/>
                  <a:pt x="52626" y="401182"/>
                </a:cubicBezTo>
                <a:cubicBezTo>
                  <a:pt x="50153" y="394196"/>
                  <a:pt x="58074" y="386032"/>
                  <a:pt x="64842" y="382861"/>
                </a:cubicBezTo>
                <a:cubicBezTo>
                  <a:pt x="67073" y="381814"/>
                  <a:pt x="70285" y="380793"/>
                  <a:pt x="73432" y="380544"/>
                </a:cubicBezTo>
                <a:cubicBezTo>
                  <a:pt x="76580" y="380294"/>
                  <a:pt x="79663" y="380818"/>
                  <a:pt x="81637" y="382861"/>
                </a:cubicBezTo>
                <a:cubicBezTo>
                  <a:pt x="84192" y="385503"/>
                  <a:pt x="84676" y="390467"/>
                  <a:pt x="83325" y="395342"/>
                </a:cubicBezTo>
                <a:close/>
                <a:moveTo>
                  <a:pt x="118735" y="189141"/>
                </a:moveTo>
                <a:cubicBezTo>
                  <a:pt x="121780" y="213582"/>
                  <a:pt x="108409" y="247409"/>
                  <a:pt x="81587" y="260210"/>
                </a:cubicBezTo>
                <a:cubicBezTo>
                  <a:pt x="52968" y="273867"/>
                  <a:pt x="10724" y="262809"/>
                  <a:pt x="1730" y="237399"/>
                </a:cubicBezTo>
                <a:cubicBezTo>
                  <a:pt x="-7510" y="211304"/>
                  <a:pt x="22082" y="180803"/>
                  <a:pt x="47364" y="168953"/>
                </a:cubicBezTo>
                <a:cubicBezTo>
                  <a:pt x="55701" y="165044"/>
                  <a:pt x="67700" y="161229"/>
                  <a:pt x="79459" y="160299"/>
                </a:cubicBezTo>
                <a:cubicBezTo>
                  <a:pt x="91218" y="159368"/>
                  <a:pt x="102736" y="161322"/>
                  <a:pt x="110109" y="168953"/>
                </a:cubicBezTo>
                <a:cubicBezTo>
                  <a:pt x="114882" y="173889"/>
                  <a:pt x="117721" y="180993"/>
                  <a:pt x="118735" y="189141"/>
                </a:cubicBezTo>
                <a:close/>
                <a:moveTo>
                  <a:pt x="206260" y="391447"/>
                </a:moveTo>
                <a:cubicBezTo>
                  <a:pt x="207492" y="401438"/>
                  <a:pt x="205224" y="412538"/>
                  <a:pt x="198188" y="420276"/>
                </a:cubicBezTo>
                <a:cubicBezTo>
                  <a:pt x="187254" y="432303"/>
                  <a:pt x="165513" y="435427"/>
                  <a:pt x="154470" y="425135"/>
                </a:cubicBezTo>
                <a:cubicBezTo>
                  <a:pt x="146259" y="417480"/>
                  <a:pt x="147051" y="405289"/>
                  <a:pt x="147183" y="403276"/>
                </a:cubicBezTo>
                <a:cubicBezTo>
                  <a:pt x="148185" y="387893"/>
                  <a:pt x="160609" y="379090"/>
                  <a:pt x="164184" y="376557"/>
                </a:cubicBezTo>
                <a:cubicBezTo>
                  <a:pt x="167253" y="374385"/>
                  <a:pt x="182030" y="363916"/>
                  <a:pt x="193329" y="369271"/>
                </a:cubicBezTo>
                <a:cubicBezTo>
                  <a:pt x="200294" y="372572"/>
                  <a:pt x="205027" y="381455"/>
                  <a:pt x="206260" y="391447"/>
                </a:cubicBezTo>
                <a:close/>
                <a:moveTo>
                  <a:pt x="227546" y="242500"/>
                </a:moveTo>
                <a:cubicBezTo>
                  <a:pt x="230125" y="263024"/>
                  <a:pt x="218809" y="291428"/>
                  <a:pt x="196094" y="302176"/>
                </a:cubicBezTo>
                <a:cubicBezTo>
                  <a:pt x="171871" y="313652"/>
                  <a:pt x="136097" y="304358"/>
                  <a:pt x="128482" y="283022"/>
                </a:cubicBezTo>
                <a:cubicBezTo>
                  <a:pt x="120665" y="261120"/>
                  <a:pt x="145722" y="235496"/>
                  <a:pt x="167122" y="225549"/>
                </a:cubicBezTo>
                <a:cubicBezTo>
                  <a:pt x="174181" y="222266"/>
                  <a:pt x="184338" y="219063"/>
                  <a:pt x="194292" y="218283"/>
                </a:cubicBezTo>
                <a:cubicBezTo>
                  <a:pt x="204246" y="217502"/>
                  <a:pt x="213997" y="219143"/>
                  <a:pt x="220242" y="225549"/>
                </a:cubicBezTo>
                <a:cubicBezTo>
                  <a:pt x="224282" y="229693"/>
                  <a:pt x="226686" y="235659"/>
                  <a:pt x="227546" y="242500"/>
                </a:cubicBezTo>
                <a:close/>
                <a:moveTo>
                  <a:pt x="265945" y="55617"/>
                </a:moveTo>
                <a:cubicBezTo>
                  <a:pt x="268839" y="79081"/>
                  <a:pt x="263513" y="105149"/>
                  <a:pt x="246990" y="123319"/>
                </a:cubicBezTo>
                <a:cubicBezTo>
                  <a:pt x="221312" y="151564"/>
                  <a:pt x="170256" y="158901"/>
                  <a:pt x="144322" y="134731"/>
                </a:cubicBezTo>
                <a:cubicBezTo>
                  <a:pt x="125039" y="116753"/>
                  <a:pt x="126900" y="88124"/>
                  <a:pt x="127210" y="83397"/>
                </a:cubicBezTo>
                <a:cubicBezTo>
                  <a:pt x="129563" y="47270"/>
                  <a:pt x="158738" y="26597"/>
                  <a:pt x="167133" y="20651"/>
                </a:cubicBezTo>
                <a:cubicBezTo>
                  <a:pt x="172539" y="16825"/>
                  <a:pt x="193411" y="2039"/>
                  <a:pt x="214704" y="190"/>
                </a:cubicBezTo>
                <a:cubicBezTo>
                  <a:pt x="221801" y="-426"/>
                  <a:pt x="228945" y="395"/>
                  <a:pt x="235579" y="3540"/>
                </a:cubicBezTo>
                <a:cubicBezTo>
                  <a:pt x="251936" y="11293"/>
                  <a:pt x="263051" y="32153"/>
                  <a:pt x="265945" y="55617"/>
                </a:cubicBezTo>
                <a:close/>
                <a:moveTo>
                  <a:pt x="343679" y="139956"/>
                </a:moveTo>
                <a:cubicBezTo>
                  <a:pt x="346258" y="160484"/>
                  <a:pt x="334942" y="188888"/>
                  <a:pt x="312227" y="199636"/>
                </a:cubicBezTo>
                <a:cubicBezTo>
                  <a:pt x="288004" y="211112"/>
                  <a:pt x="252230" y="201818"/>
                  <a:pt x="244615" y="180483"/>
                </a:cubicBezTo>
                <a:lnTo>
                  <a:pt x="244615" y="180471"/>
                </a:lnTo>
                <a:cubicBezTo>
                  <a:pt x="236798" y="158569"/>
                  <a:pt x="261855" y="132945"/>
                  <a:pt x="283255" y="122998"/>
                </a:cubicBezTo>
                <a:cubicBezTo>
                  <a:pt x="290314" y="119715"/>
                  <a:pt x="300471" y="116512"/>
                  <a:pt x="310425" y="115732"/>
                </a:cubicBezTo>
                <a:cubicBezTo>
                  <a:pt x="320379" y="114951"/>
                  <a:pt x="330130" y="116592"/>
                  <a:pt x="336375" y="122998"/>
                </a:cubicBezTo>
                <a:cubicBezTo>
                  <a:pt x="340415" y="127145"/>
                  <a:pt x="342819" y="133113"/>
                  <a:pt x="343679" y="139956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 w="171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pic>
        <p:nvPicPr>
          <p:cNvPr id="25" name="图形 24"/>
          <p:cNvPicPr>
            <a:picLocks noChangeAspect="1"/>
          </p:cNvPicPr>
          <p:nvPr userDrawn="1">
            <p:custDataLst>
              <p:tags r:id="rId20"/>
            </p:custDataLst>
          </p:nvPr>
        </p:nvPicPr>
        <p:blipFill rotWithShape="1"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 t="36129"/>
          <a:stretch>
            <a:fillRect/>
          </a:stretch>
        </p:blipFill>
        <p:spPr>
          <a:xfrm flipH="1">
            <a:off x="9829782" y="0"/>
            <a:ext cx="820211" cy="841197"/>
          </a:xfrm>
          <a:prstGeom prst="rect">
            <a:avLst/>
          </a:prstGeom>
        </p:spPr>
      </p:pic>
      <p:pic>
        <p:nvPicPr>
          <p:cNvPr id="33" name="图形 32"/>
          <p:cNvPicPr>
            <a:picLocks noChangeAspect="1"/>
          </p:cNvPicPr>
          <p:nvPr userDrawn="1">
            <p:custDataLst>
              <p:tags r:id="rId23"/>
            </p:custDataLst>
          </p:nvPr>
        </p:nvPicPr>
        <p:blipFill rotWithShape="1"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 t="19196"/>
          <a:stretch>
            <a:fillRect/>
          </a:stretch>
        </p:blipFill>
        <p:spPr>
          <a:xfrm flipV="1">
            <a:off x="9849167" y="4203559"/>
            <a:ext cx="2045837" cy="2654439"/>
          </a:xfrm>
          <a:prstGeom prst="rect">
            <a:avLst/>
          </a:prstGeom>
        </p:spPr>
      </p:pic>
      <p:sp>
        <p:nvSpPr>
          <p:cNvPr id="13" name="日期占位符 3"/>
          <p:cNvSpPr>
            <a:spLocks noGrp="1"/>
          </p:cNvSpPr>
          <p:nvPr>
            <p:ph type="dt" sz="half" idx="10"/>
            <p:custDataLst>
              <p:tags r:id="rId2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11"/>
            <p:custDataLst>
              <p:tags r:id="rId2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8" name="灯片编号占位符 5"/>
          <p:cNvSpPr>
            <a:spLocks noGrp="1"/>
          </p:cNvSpPr>
          <p:nvPr>
            <p:ph type="sldNum" sz="quarter" idx="12"/>
            <p:custDataLst>
              <p:tags r:id="rId28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9" name="副标题 2"/>
          <p:cNvSpPr>
            <a:spLocks noGrp="1"/>
          </p:cNvSpPr>
          <p:nvPr>
            <p:ph type="body" idx="17826305" hasCustomPrompt="1"/>
            <p:custDataLst>
              <p:tags r:id="rId29"/>
            </p:custDataLst>
          </p:nvPr>
        </p:nvSpPr>
        <p:spPr>
          <a:xfrm>
            <a:off x="1016000" y="2667000"/>
            <a:ext cx="5449358" cy="4572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1" cap="all" spc="0" baseline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THE END</a:t>
            </a:r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ctrTitle" idx="17826049" hasCustomPrompt="1"/>
            <p:custDataLst>
              <p:tags r:id="rId30"/>
            </p:custDataLst>
          </p:nvPr>
        </p:nvSpPr>
        <p:spPr>
          <a:xfrm>
            <a:off x="1016000" y="3175000"/>
            <a:ext cx="5451122" cy="1016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spc="0"/>
            </a:lvl1pPr>
          </a:lstStyle>
          <a:p>
            <a:r>
              <a:rPr lang="zh-CN" altLang="en-US" dirty="0"/>
              <a:t>谢谢观看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-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Subtitle 10"/>
          <p:cNvSpPr>
            <a:spLocks noGrp="1"/>
          </p:cNvSpPr>
          <p:nvPr>
            <p:ph type="subTitle" idx="17826305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Title 11"/>
          <p:cNvSpPr>
            <a:spLocks noGrp="1"/>
          </p:cNvSpPr>
          <p:nvPr>
            <p:ph type="ctrTitle" idx="17826049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319883777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319883522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Text Placeholder 14"/>
          <p:cNvSpPr>
            <a:spLocks noGrp="1"/>
          </p:cNvSpPr>
          <p:nvPr>
            <p:ph type="body" idx="5144601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319949313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319949058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Text Placeholder 17"/>
          <p:cNvSpPr>
            <a:spLocks noGrp="1"/>
          </p:cNvSpPr>
          <p:nvPr>
            <p:ph type="body" idx="51511553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320014849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320014594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51577089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Text Placeholder 21"/>
          <p:cNvSpPr>
            <a:spLocks noGrp="1"/>
          </p:cNvSpPr>
          <p:nvPr>
            <p:ph type="body" idx="320080385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320080130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Text Placeholder 23"/>
          <p:cNvSpPr>
            <a:spLocks noGrp="1"/>
          </p:cNvSpPr>
          <p:nvPr>
            <p:ph type="body" idx="51642625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4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6386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ctrTitle" idx="16385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5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6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7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4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398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左-默认位置-并列-35_20_group1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622300" y="17018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2133600" y="1651000"/>
            <a:ext cx="944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2133600" y="2159000"/>
            <a:ext cx="9448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1" hasCustomPrompt="1"/>
            <p:custDataLst>
              <p:tags r:id="rId9"/>
            </p:custDataLst>
          </p:nvPr>
        </p:nvSpPr>
        <p:spPr>
          <a:xfrm>
            <a:off x="622300" y="33782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2133600" y="3327400"/>
            <a:ext cx="944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2133600" y="3835400"/>
            <a:ext cx="9448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4" hasCustomPrompt="1"/>
            <p:custDataLst>
              <p:tags r:id="rId12"/>
            </p:custDataLst>
          </p:nvPr>
        </p:nvSpPr>
        <p:spPr>
          <a:xfrm>
            <a:off x="622300" y="50546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2133600" y="5003800"/>
            <a:ext cx="944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2133600" y="5511800"/>
            <a:ext cx="9448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7_17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609600" y="20828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7"/>
            </p:custDataLst>
          </p:nvPr>
        </p:nvSpPr>
        <p:spPr>
          <a:xfrm>
            <a:off x="609600" y="2641600"/>
            <a:ext cx="32512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4470400" y="20828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4470400" y="2641600"/>
            <a:ext cx="32512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8331200" y="20828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331200" y="2641600"/>
            <a:ext cx="32512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右-默认位置-并列-27_36_group1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装饰  9"/>
          <p:cNvSpPr>
            <a:spLocks noGrp="1"/>
          </p:cNvSpPr>
          <p:nvPr>
            <p:ph type="body" idx="16398" hasCustomPrompt="1"/>
            <p:custDataLst>
              <p:tags r:id="rId6"/>
            </p:custDataLst>
          </p:nvPr>
        </p:nvSpPr>
        <p:spPr>
          <a:xfrm>
            <a:off x="609600" y="19812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781050" y="21844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1574800" y="19812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1574800" y="2438400"/>
            <a:ext cx="4292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9" hasCustomPrompt="1"/>
            <p:custDataLst>
              <p:tags r:id="rId10"/>
            </p:custDataLst>
          </p:nvPr>
        </p:nvSpPr>
        <p:spPr>
          <a:xfrm>
            <a:off x="6324600" y="19812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6496050" y="21844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7289800" y="19812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7289800" y="2438400"/>
            <a:ext cx="4292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400" hasCustomPrompt="1"/>
            <p:custDataLst>
              <p:tags r:id="rId14"/>
            </p:custDataLst>
          </p:nvPr>
        </p:nvSpPr>
        <p:spPr>
          <a:xfrm>
            <a:off x="609600" y="41148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4" hasCustomPrompt="1"/>
            <p:custDataLst>
              <p:tags r:id="rId15"/>
            </p:custDataLst>
          </p:nvPr>
        </p:nvSpPr>
        <p:spPr>
          <a:xfrm>
            <a:off x="781050" y="43180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2" hasCustomPrompt="1"/>
            <p:custDataLst>
              <p:tags r:id="rId16"/>
            </p:custDataLst>
          </p:nvPr>
        </p:nvSpPr>
        <p:spPr>
          <a:xfrm>
            <a:off x="1574800" y="41148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3" hasCustomPrompt="1"/>
            <p:custDataLst>
              <p:tags r:id="rId17"/>
            </p:custDataLst>
          </p:nvPr>
        </p:nvSpPr>
        <p:spPr>
          <a:xfrm>
            <a:off x="1574800" y="4572000"/>
            <a:ext cx="4292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4" name="装饰  3"/>
          <p:cNvSpPr>
            <a:spLocks noGrp="1"/>
          </p:cNvSpPr>
          <p:nvPr>
            <p:ph type="body" idx="16401" hasCustomPrompt="1"/>
            <p:custDataLst>
              <p:tags r:id="rId18"/>
            </p:custDataLst>
          </p:nvPr>
        </p:nvSpPr>
        <p:spPr>
          <a:xfrm>
            <a:off x="6324600" y="41148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7" hasCustomPrompt="1"/>
            <p:custDataLst>
              <p:tags r:id="rId19"/>
            </p:custDataLst>
          </p:nvPr>
        </p:nvSpPr>
        <p:spPr>
          <a:xfrm>
            <a:off x="6496050" y="43180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5" hasCustomPrompt="1"/>
            <p:custDataLst>
              <p:tags r:id="rId20"/>
            </p:custDataLst>
          </p:nvPr>
        </p:nvSpPr>
        <p:spPr>
          <a:xfrm>
            <a:off x="7289800" y="41148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16396" hasCustomPrompt="1"/>
            <p:custDataLst>
              <p:tags r:id="rId21"/>
            </p:custDataLst>
          </p:nvPr>
        </p:nvSpPr>
        <p:spPr>
          <a:xfrm>
            <a:off x="7289800" y="4572000"/>
            <a:ext cx="4292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3_22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609600" y="1727200"/>
            <a:ext cx="251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1" name="装饰  0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609600" y="2286000"/>
            <a:ext cx="2514600" cy="3759200"/>
          </a:xfrm>
          <a:custGeom>
            <a:avLst/>
            <a:gdLst>
              <a:gd name="connisteX0" fmla="*/ 0 w 2514600"/>
              <a:gd name="connsiteY0" fmla="*/ 203200 h 3759200"/>
              <a:gd name="connisteX1" fmla="*/ 203200 w 2514600"/>
              <a:gd name="connsiteY1" fmla="*/ 0 h 3759200"/>
              <a:gd name="connisteX2" fmla="*/ 2311400 w 2514600"/>
              <a:gd name="connsiteY2" fmla="*/ 0 h 3759200"/>
              <a:gd name="connisteX3" fmla="*/ 2514600 w 2514600"/>
              <a:gd name="connsiteY3" fmla="*/ 203200 h 3759200"/>
              <a:gd name="connisteX4" fmla="*/ 2514600 w 2514600"/>
              <a:gd name="connsiteY4" fmla="*/ 3556000 h 3759200"/>
              <a:gd name="connisteX5" fmla="*/ 2311400 w 2514600"/>
              <a:gd name="connsiteY5" fmla="*/ 3759200 h 3759200"/>
              <a:gd name="connisteX6" fmla="*/ 203200 w 2514600"/>
              <a:gd name="connsiteY6" fmla="*/ 3759200 h 3759200"/>
              <a:gd name="connisteX7" fmla="*/ 0 w 2514600"/>
              <a:gd name="connsiteY7" fmla="*/ 3556000 h 3759200"/>
              <a:gd name="connisteX8" fmla="*/ 0 w 2514600"/>
              <a:gd name="connsiteY8" fmla="*/ 203200 h 375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3759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3556000"/>
                </a:lnTo>
                <a:cubicBezTo>
                  <a:pt x="2514600" y="3668224"/>
                  <a:pt x="2423624" y="3759200"/>
                  <a:pt x="2311400" y="3759200"/>
                </a:cubicBezTo>
                <a:lnTo>
                  <a:pt x="203200" y="3759200"/>
                </a:lnTo>
                <a:cubicBezTo>
                  <a:pt x="90976" y="3759200"/>
                  <a:pt x="0" y="3668224"/>
                  <a:pt x="0" y="3556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914400" y="2946400"/>
            <a:ext cx="19050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3429000" y="1727200"/>
            <a:ext cx="251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5" hasCustomPrompt="1"/>
            <p:custDataLst>
              <p:tags r:id="rId10"/>
            </p:custDataLst>
          </p:nvPr>
        </p:nvSpPr>
        <p:spPr>
          <a:xfrm>
            <a:off x="3429000" y="2286000"/>
            <a:ext cx="2514600" cy="3759200"/>
          </a:xfrm>
          <a:custGeom>
            <a:avLst/>
            <a:gdLst>
              <a:gd name="connisteX0" fmla="*/ 0 w 2514600"/>
              <a:gd name="connsiteY0" fmla="*/ 203200 h 3759200"/>
              <a:gd name="connisteX1" fmla="*/ 203200 w 2514600"/>
              <a:gd name="connsiteY1" fmla="*/ 0 h 3759200"/>
              <a:gd name="connisteX2" fmla="*/ 2311400 w 2514600"/>
              <a:gd name="connsiteY2" fmla="*/ 0 h 3759200"/>
              <a:gd name="connisteX3" fmla="*/ 2514600 w 2514600"/>
              <a:gd name="connsiteY3" fmla="*/ 203200 h 3759200"/>
              <a:gd name="connisteX4" fmla="*/ 2514600 w 2514600"/>
              <a:gd name="connsiteY4" fmla="*/ 3556000 h 3759200"/>
              <a:gd name="connisteX5" fmla="*/ 2311400 w 2514600"/>
              <a:gd name="connsiteY5" fmla="*/ 3759200 h 3759200"/>
              <a:gd name="connisteX6" fmla="*/ 203200 w 2514600"/>
              <a:gd name="connsiteY6" fmla="*/ 3759200 h 3759200"/>
              <a:gd name="connisteX7" fmla="*/ 0 w 2514600"/>
              <a:gd name="connsiteY7" fmla="*/ 3556000 h 3759200"/>
              <a:gd name="connisteX8" fmla="*/ 0 w 2514600"/>
              <a:gd name="connsiteY8" fmla="*/ 203200 h 375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3759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3556000"/>
                </a:lnTo>
                <a:cubicBezTo>
                  <a:pt x="2514600" y="3668224"/>
                  <a:pt x="2423624" y="3759200"/>
                  <a:pt x="2311400" y="3759200"/>
                </a:cubicBezTo>
                <a:lnTo>
                  <a:pt x="203200" y="3759200"/>
                </a:lnTo>
                <a:cubicBezTo>
                  <a:pt x="90976" y="3759200"/>
                  <a:pt x="0" y="3668224"/>
                  <a:pt x="0" y="3556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3733800" y="2946400"/>
            <a:ext cx="19050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2"/>
            </p:custDataLst>
          </p:nvPr>
        </p:nvSpPr>
        <p:spPr>
          <a:xfrm>
            <a:off x="6248400" y="1727200"/>
            <a:ext cx="251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8" name="装饰  7"/>
          <p:cNvSpPr>
            <a:spLocks noGrp="1"/>
          </p:cNvSpPr>
          <p:nvPr>
            <p:ph type="body" idx="16396" hasCustomPrompt="1"/>
            <p:custDataLst>
              <p:tags r:id="rId13"/>
            </p:custDataLst>
          </p:nvPr>
        </p:nvSpPr>
        <p:spPr>
          <a:xfrm>
            <a:off x="6248400" y="2286000"/>
            <a:ext cx="2514600" cy="3759200"/>
          </a:xfrm>
          <a:custGeom>
            <a:avLst/>
            <a:gdLst>
              <a:gd name="connisteX0" fmla="*/ 0 w 2514600"/>
              <a:gd name="connsiteY0" fmla="*/ 203200 h 3759200"/>
              <a:gd name="connisteX1" fmla="*/ 203200 w 2514600"/>
              <a:gd name="connsiteY1" fmla="*/ 0 h 3759200"/>
              <a:gd name="connisteX2" fmla="*/ 2311400 w 2514600"/>
              <a:gd name="connsiteY2" fmla="*/ 0 h 3759200"/>
              <a:gd name="connisteX3" fmla="*/ 2514600 w 2514600"/>
              <a:gd name="connsiteY3" fmla="*/ 203200 h 3759200"/>
              <a:gd name="connisteX4" fmla="*/ 2514600 w 2514600"/>
              <a:gd name="connsiteY4" fmla="*/ 3556000 h 3759200"/>
              <a:gd name="connisteX5" fmla="*/ 2311400 w 2514600"/>
              <a:gd name="connsiteY5" fmla="*/ 3759200 h 3759200"/>
              <a:gd name="connisteX6" fmla="*/ 203200 w 2514600"/>
              <a:gd name="connsiteY6" fmla="*/ 3759200 h 3759200"/>
              <a:gd name="connisteX7" fmla="*/ 0 w 2514600"/>
              <a:gd name="connsiteY7" fmla="*/ 3556000 h 3759200"/>
              <a:gd name="connisteX8" fmla="*/ 0 w 2514600"/>
              <a:gd name="connsiteY8" fmla="*/ 203200 h 375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3759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3556000"/>
                </a:lnTo>
                <a:cubicBezTo>
                  <a:pt x="2514600" y="3668224"/>
                  <a:pt x="2423624" y="3759200"/>
                  <a:pt x="2311400" y="3759200"/>
                </a:cubicBezTo>
                <a:lnTo>
                  <a:pt x="203200" y="3759200"/>
                </a:lnTo>
                <a:cubicBezTo>
                  <a:pt x="90976" y="3759200"/>
                  <a:pt x="0" y="3668224"/>
                  <a:pt x="0" y="3556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6553200" y="2946400"/>
            <a:ext cx="19050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2" hasCustomPrompt="1"/>
            <p:custDataLst>
              <p:tags r:id="rId15"/>
            </p:custDataLst>
          </p:nvPr>
        </p:nvSpPr>
        <p:spPr>
          <a:xfrm>
            <a:off x="9067800" y="1727200"/>
            <a:ext cx="251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2" name="装饰  1"/>
          <p:cNvSpPr>
            <a:spLocks noGrp="1"/>
          </p:cNvSpPr>
          <p:nvPr>
            <p:ph type="body" idx="16397" hasCustomPrompt="1"/>
            <p:custDataLst>
              <p:tags r:id="rId16"/>
            </p:custDataLst>
          </p:nvPr>
        </p:nvSpPr>
        <p:spPr>
          <a:xfrm>
            <a:off x="9067800" y="2286000"/>
            <a:ext cx="2514600" cy="3759200"/>
          </a:xfrm>
          <a:custGeom>
            <a:avLst/>
            <a:gdLst>
              <a:gd name="connisteX0" fmla="*/ 0 w 2514600"/>
              <a:gd name="connsiteY0" fmla="*/ 203200 h 3759200"/>
              <a:gd name="connisteX1" fmla="*/ 203200 w 2514600"/>
              <a:gd name="connsiteY1" fmla="*/ 0 h 3759200"/>
              <a:gd name="connisteX2" fmla="*/ 2311400 w 2514600"/>
              <a:gd name="connsiteY2" fmla="*/ 0 h 3759200"/>
              <a:gd name="connisteX3" fmla="*/ 2514600 w 2514600"/>
              <a:gd name="connsiteY3" fmla="*/ 203200 h 3759200"/>
              <a:gd name="connisteX4" fmla="*/ 2514600 w 2514600"/>
              <a:gd name="connsiteY4" fmla="*/ 3556000 h 3759200"/>
              <a:gd name="connisteX5" fmla="*/ 2311400 w 2514600"/>
              <a:gd name="connsiteY5" fmla="*/ 3759200 h 3759200"/>
              <a:gd name="connisteX6" fmla="*/ 203200 w 2514600"/>
              <a:gd name="connsiteY6" fmla="*/ 3759200 h 3759200"/>
              <a:gd name="connisteX7" fmla="*/ 0 w 2514600"/>
              <a:gd name="connsiteY7" fmla="*/ 3556000 h 3759200"/>
              <a:gd name="connisteX8" fmla="*/ 0 w 2514600"/>
              <a:gd name="connsiteY8" fmla="*/ 203200 h 375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3759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3556000"/>
                </a:lnTo>
                <a:cubicBezTo>
                  <a:pt x="2514600" y="3668224"/>
                  <a:pt x="2423624" y="3759200"/>
                  <a:pt x="2311400" y="3759200"/>
                </a:cubicBezTo>
                <a:lnTo>
                  <a:pt x="203200" y="3759200"/>
                </a:lnTo>
                <a:cubicBezTo>
                  <a:pt x="90976" y="3759200"/>
                  <a:pt x="0" y="3668224"/>
                  <a:pt x="0" y="3556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3" hasCustomPrompt="1"/>
            <p:custDataLst>
              <p:tags r:id="rId17"/>
            </p:custDataLst>
          </p:nvPr>
        </p:nvSpPr>
        <p:spPr>
          <a:xfrm>
            <a:off x="9372600" y="2946400"/>
            <a:ext cx="19050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4_17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装饰  9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6096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914400" y="2082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914400" y="2641600"/>
            <a:ext cx="28448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3" hasCustomPrompt="1"/>
            <p:custDataLst>
              <p:tags r:id="rId9"/>
            </p:custDataLst>
          </p:nvPr>
        </p:nvSpPr>
        <p:spPr>
          <a:xfrm>
            <a:off x="43688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4673600" y="2082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4673600" y="2641600"/>
            <a:ext cx="28448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4" hasCustomPrompt="1"/>
            <p:custDataLst>
              <p:tags r:id="rId12"/>
            </p:custDataLst>
          </p:nvPr>
        </p:nvSpPr>
        <p:spPr>
          <a:xfrm>
            <a:off x="81280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432800" y="2082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432800" y="2641600"/>
            <a:ext cx="28448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_18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装饰  9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6096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图片占位符 10"/>
          <p:cNvSpPr>
            <a:spLocks noGrp="1"/>
          </p:cNvSpPr>
          <p:nvPr>
            <p:ph type="pic" idx="16393" hasCustomPrompt="1"/>
            <p:custDataLst>
              <p:tags r:id="rId7"/>
            </p:custDataLst>
          </p:nvPr>
        </p:nvSpPr>
        <p:spPr>
          <a:xfrm>
            <a:off x="6096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3759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4216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3688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图片占位符 15"/>
          <p:cNvSpPr>
            <a:spLocks noGrp="1"/>
          </p:cNvSpPr>
          <p:nvPr>
            <p:ph type="pic" idx="16395" hasCustomPrompt="1"/>
            <p:custDataLst>
              <p:tags r:id="rId11"/>
            </p:custDataLst>
          </p:nvPr>
        </p:nvSpPr>
        <p:spPr>
          <a:xfrm>
            <a:off x="43688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4673600" y="3759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4673600" y="4216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6" hasCustomPrompt="1"/>
            <p:custDataLst>
              <p:tags r:id="rId14"/>
            </p:custDataLst>
          </p:nvPr>
        </p:nvSpPr>
        <p:spPr>
          <a:xfrm>
            <a:off x="81280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7" hasCustomPrompt="1"/>
            <p:custDataLst>
              <p:tags r:id="rId15"/>
            </p:custDataLst>
          </p:nvPr>
        </p:nvSpPr>
        <p:spPr>
          <a:xfrm>
            <a:off x="81280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8432800" y="3759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8432800" y="4216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3_18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内容占位符 9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1524000"/>
            <a:ext cx="10972800" cy="1879600"/>
          </a:xfrm>
          <a:custGeom>
            <a:avLst/>
            <a:gdLst>
              <a:gd name="connisteX0" fmla="*/ 0 w 10972800"/>
              <a:gd name="connsiteY0" fmla="*/ 203200 h 1879600"/>
              <a:gd name="connisteX1" fmla="*/ 203200 w 10972800"/>
              <a:gd name="connsiteY1" fmla="*/ 0 h 1879600"/>
              <a:gd name="connisteX2" fmla="*/ 10769600 w 10972800"/>
              <a:gd name="connsiteY2" fmla="*/ 0 h 1879600"/>
              <a:gd name="connisteX3" fmla="*/ 10972800 w 10972800"/>
              <a:gd name="connsiteY3" fmla="*/ 203200 h 1879600"/>
              <a:gd name="connisteX4" fmla="*/ 10972800 w 10972800"/>
              <a:gd name="connsiteY4" fmla="*/ 1676400 h 1879600"/>
              <a:gd name="connisteX5" fmla="*/ 10769600 w 10972800"/>
              <a:gd name="connsiteY5" fmla="*/ 1879600 h 1879600"/>
              <a:gd name="connisteX6" fmla="*/ 203200 w 10972800"/>
              <a:gd name="connsiteY6" fmla="*/ 1879600 h 1879600"/>
              <a:gd name="connisteX7" fmla="*/ 0 w 10972800"/>
              <a:gd name="connsiteY7" fmla="*/ 1676400 h 1879600"/>
              <a:gd name="connisteX8" fmla="*/ 0 w 10972800"/>
              <a:gd name="connsiteY8" fmla="*/ 203200 h 187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1879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676400"/>
                </a:lnTo>
                <a:cubicBezTo>
                  <a:pt x="10972800" y="1788624"/>
                  <a:pt x="10881824" y="1879600"/>
                  <a:pt x="10769600" y="1879600"/>
                </a:cubicBezTo>
                <a:lnTo>
                  <a:pt x="203200" y="1879600"/>
                </a:lnTo>
                <a:cubicBezTo>
                  <a:pt x="90976" y="1879600"/>
                  <a:pt x="0" y="1788624"/>
                  <a:pt x="0" y="16764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09600" y="38608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09600" y="44196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4470400" y="38608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4470400" y="44196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8331200" y="38608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8331200" y="44196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9_18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内容占位符 9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1828800 h 2032000"/>
              <a:gd name="connisteX5" fmla="*/ 3251200 w 3454400"/>
              <a:gd name="connsiteY5" fmla="*/ 2032000 h 2032000"/>
              <a:gd name="connisteX6" fmla="*/ 203200 w 3454400"/>
              <a:gd name="connsiteY6" fmla="*/ 2032000 h 2032000"/>
              <a:gd name="connisteX7" fmla="*/ 0 w 3454400"/>
              <a:gd name="connsiteY7" fmla="*/ 1828800 h 2032000"/>
              <a:gd name="connisteX8" fmla="*/ 0 w 3454400"/>
              <a:gd name="connsiteY8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1828800"/>
                </a:lnTo>
                <a:cubicBezTo>
                  <a:pt x="3454400" y="1941024"/>
                  <a:pt x="3363424" y="2032000"/>
                  <a:pt x="32512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09600" y="38608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09600" y="4419600"/>
            <a:ext cx="345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内容占位符 12"/>
          <p:cNvSpPr>
            <a:spLocks noGrp="1"/>
          </p:cNvSpPr>
          <p:nvPr>
            <p:ph idx="16393" hasCustomPrompt="1"/>
            <p:custDataLst>
              <p:tags r:id="rId9"/>
            </p:custDataLst>
          </p:nvPr>
        </p:nvSpPr>
        <p:spPr>
          <a:xfrm>
            <a:off x="43688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1828800 h 2032000"/>
              <a:gd name="connisteX5" fmla="*/ 3251200 w 3454400"/>
              <a:gd name="connsiteY5" fmla="*/ 2032000 h 2032000"/>
              <a:gd name="connisteX6" fmla="*/ 203200 w 3454400"/>
              <a:gd name="connsiteY6" fmla="*/ 2032000 h 2032000"/>
              <a:gd name="connisteX7" fmla="*/ 0 w 3454400"/>
              <a:gd name="connsiteY7" fmla="*/ 1828800 h 2032000"/>
              <a:gd name="connisteX8" fmla="*/ 0 w 3454400"/>
              <a:gd name="connsiteY8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1828800"/>
                </a:lnTo>
                <a:cubicBezTo>
                  <a:pt x="3454400" y="1941024"/>
                  <a:pt x="3363424" y="2032000"/>
                  <a:pt x="32512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4368800" y="38608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4368800" y="4419600"/>
            <a:ext cx="345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内容占位符 16"/>
          <p:cNvSpPr>
            <a:spLocks noGrp="1"/>
          </p:cNvSpPr>
          <p:nvPr>
            <p:ph idx="16394" hasCustomPrompt="1"/>
            <p:custDataLst>
              <p:tags r:id="rId12"/>
            </p:custDataLst>
          </p:nvPr>
        </p:nvSpPr>
        <p:spPr>
          <a:xfrm>
            <a:off x="81280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1828800 h 2032000"/>
              <a:gd name="connisteX5" fmla="*/ 3251200 w 3454400"/>
              <a:gd name="connsiteY5" fmla="*/ 2032000 h 2032000"/>
              <a:gd name="connisteX6" fmla="*/ 203200 w 3454400"/>
              <a:gd name="connsiteY6" fmla="*/ 2032000 h 2032000"/>
              <a:gd name="connisteX7" fmla="*/ 0 w 3454400"/>
              <a:gd name="connsiteY7" fmla="*/ 1828800 h 2032000"/>
              <a:gd name="connisteX8" fmla="*/ 0 w 3454400"/>
              <a:gd name="connsiteY8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1828800"/>
                </a:lnTo>
                <a:cubicBezTo>
                  <a:pt x="3454400" y="1941024"/>
                  <a:pt x="3363424" y="2032000"/>
                  <a:pt x="32512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128000" y="38608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128000" y="4419600"/>
            <a:ext cx="345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图中标下内-装饰上-默认位置-并列-51_47_group1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32258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内容占位符 9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609600"/>
            <a:ext cx="10972800" cy="2082800"/>
          </a:xfrm>
          <a:custGeom>
            <a:avLst/>
            <a:gdLst>
              <a:gd name="connisteX0" fmla="*/ 0 w 10972800"/>
              <a:gd name="connsiteY0" fmla="*/ 203200 h 2082800"/>
              <a:gd name="connisteX1" fmla="*/ 203200 w 10972800"/>
              <a:gd name="connsiteY1" fmla="*/ 0 h 2082800"/>
              <a:gd name="connisteX2" fmla="*/ 10769600 w 10972800"/>
              <a:gd name="connsiteY2" fmla="*/ 0 h 2082800"/>
              <a:gd name="connisteX3" fmla="*/ 10972800 w 10972800"/>
              <a:gd name="connsiteY3" fmla="*/ 203200 h 2082800"/>
              <a:gd name="connisteX4" fmla="*/ 10972800 w 10972800"/>
              <a:gd name="connsiteY4" fmla="*/ 1879600 h 2082800"/>
              <a:gd name="connisteX5" fmla="*/ 10769600 w 10972800"/>
              <a:gd name="connsiteY5" fmla="*/ 2082800 h 2082800"/>
              <a:gd name="connisteX6" fmla="*/ 203200 w 10972800"/>
              <a:gd name="connsiteY6" fmla="*/ 2082800 h 2082800"/>
              <a:gd name="connisteX7" fmla="*/ 0 w 10972800"/>
              <a:gd name="connsiteY7" fmla="*/ 1879600 h 2082800"/>
              <a:gd name="connisteX8" fmla="*/ 0 w 10972800"/>
              <a:gd name="connsiteY8" fmla="*/ 20320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082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879600"/>
                </a:lnTo>
                <a:cubicBezTo>
                  <a:pt x="10972800" y="1991824"/>
                  <a:pt x="10881824" y="2082800"/>
                  <a:pt x="107696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装饰  0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609600" y="42164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42164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4724400"/>
            <a:ext cx="3098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470400" y="42164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4622800" y="42164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4622800" y="4724400"/>
            <a:ext cx="3098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装饰  7"/>
          <p:cNvSpPr>
            <a:spLocks noGrp="1"/>
          </p:cNvSpPr>
          <p:nvPr>
            <p:ph type="body" idx="16395" hasCustomPrompt="1"/>
            <p:custDataLst>
              <p:tags r:id="rId13"/>
            </p:custDataLst>
          </p:nvPr>
        </p:nvSpPr>
        <p:spPr>
          <a:xfrm>
            <a:off x="8331200" y="42164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8483600" y="42164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8483600" y="4724400"/>
            <a:ext cx="3098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左-默认位置-并列-34_9_group1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idx="16390" hasCustomPrompt="1"/>
            <p:custDataLst>
              <p:tags r:id="rId6"/>
            </p:custDataLst>
          </p:nvPr>
        </p:nvSpPr>
        <p:spPr>
          <a:xfrm>
            <a:off x="609600" y="20574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2489200" y="2108200"/>
            <a:ext cx="9093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2489200" y="2616200"/>
            <a:ext cx="9093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9"/>
            </p:custDataLst>
          </p:nvPr>
        </p:nvSpPr>
        <p:spPr>
          <a:xfrm>
            <a:off x="609600" y="4191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2489200" y="4241800"/>
            <a:ext cx="9093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2489200" y="4749800"/>
            <a:ext cx="9093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_18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装饰  9"/>
          <p:cNvSpPr>
            <a:spLocks noGrp="1"/>
          </p:cNvSpPr>
          <p:nvPr>
            <p:ph type="body" idx="16393" hasCustomPrompt="1"/>
            <p:custDataLst>
              <p:tags r:id="rId6"/>
            </p:custDataLst>
          </p:nvPr>
        </p:nvSpPr>
        <p:spPr>
          <a:xfrm>
            <a:off x="1473200" y="18034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图片占位符 10"/>
          <p:cNvSpPr>
            <a:spLocks noGrp="1"/>
          </p:cNvSpPr>
          <p:nvPr>
            <p:ph type="pic" idx="16392" hasCustomPrompt="1"/>
            <p:custDataLst>
              <p:tags r:id="rId7"/>
            </p:custDataLst>
          </p:nvPr>
        </p:nvSpPr>
        <p:spPr>
          <a:xfrm>
            <a:off x="1828800" y="2159000"/>
            <a:ext cx="812800" cy="8128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609600" y="35814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609600" y="41402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5" hasCustomPrompt="1"/>
            <p:custDataLst>
              <p:tags r:id="rId10"/>
            </p:custDataLst>
          </p:nvPr>
        </p:nvSpPr>
        <p:spPr>
          <a:xfrm>
            <a:off x="5334000" y="18034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图片占位符 15"/>
          <p:cNvSpPr>
            <a:spLocks noGrp="1"/>
          </p:cNvSpPr>
          <p:nvPr>
            <p:ph type="pic" idx="16394" hasCustomPrompt="1"/>
            <p:custDataLst>
              <p:tags r:id="rId11"/>
            </p:custDataLst>
          </p:nvPr>
        </p:nvSpPr>
        <p:spPr>
          <a:xfrm>
            <a:off x="5689600" y="2159000"/>
            <a:ext cx="812800" cy="8128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4470400" y="35814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4470400" y="41402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7" hasCustomPrompt="1"/>
            <p:custDataLst>
              <p:tags r:id="rId14"/>
            </p:custDataLst>
          </p:nvPr>
        </p:nvSpPr>
        <p:spPr>
          <a:xfrm>
            <a:off x="9194800" y="18034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6" hasCustomPrompt="1"/>
            <p:custDataLst>
              <p:tags r:id="rId15"/>
            </p:custDataLst>
          </p:nvPr>
        </p:nvSpPr>
        <p:spPr>
          <a:xfrm>
            <a:off x="9550400" y="2159000"/>
            <a:ext cx="812800" cy="8128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8331200" y="35814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8331200" y="41402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2_15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内容占位符 9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283200 w 5486400"/>
              <a:gd name="connsiteY2" fmla="*/ 0 h 4724400"/>
              <a:gd name="connisteX3" fmla="*/ 5486400 w 5486400"/>
              <a:gd name="connsiteY3" fmla="*/ 203200 h 4724400"/>
              <a:gd name="connisteX4" fmla="*/ 5486400 w 5486400"/>
              <a:gd name="connsiteY4" fmla="*/ 4521200 h 4724400"/>
              <a:gd name="connisteX5" fmla="*/ 5283200 w 5486400"/>
              <a:gd name="connsiteY5" fmla="*/ 4724400 h 4724400"/>
              <a:gd name="connisteX6" fmla="*/ 203200 w 5486400"/>
              <a:gd name="connsiteY6" fmla="*/ 4724400 h 4724400"/>
              <a:gd name="connisteX7" fmla="*/ 0 w 5486400"/>
              <a:gd name="connsiteY7" fmla="*/ 4521200 h 4724400"/>
              <a:gd name="connisteX8" fmla="*/ 0 w 5486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553200" y="1524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553200" y="20828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6553200" y="31496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6553200" y="37084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6553200" y="47752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6553200" y="53340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0_12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内容占位符 9"/>
          <p:cNvSpPr>
            <a:spLocks noGrp="1"/>
          </p:cNvSpPr>
          <p:nvPr>
            <p:ph idx="16388" hasCustomPrompt="1"/>
            <p:custDataLst>
              <p:tags r:id="rId6"/>
            </p:custDataLst>
          </p:nvPr>
        </p:nvSpPr>
        <p:spPr>
          <a:xfrm>
            <a:off x="609600" y="1524000"/>
            <a:ext cx="4038600" cy="4724400"/>
          </a:xfrm>
          <a:custGeom>
            <a:avLst/>
            <a:gdLst>
              <a:gd name="connisteX0" fmla="*/ 0 w 4038600"/>
              <a:gd name="connsiteY0" fmla="*/ 203200 h 4724400"/>
              <a:gd name="connisteX1" fmla="*/ 203200 w 4038600"/>
              <a:gd name="connsiteY1" fmla="*/ 0 h 4724400"/>
              <a:gd name="connisteX2" fmla="*/ 4038600 w 4038600"/>
              <a:gd name="connsiteY2" fmla="*/ 0 h 4724400"/>
              <a:gd name="connisteX3" fmla="*/ 4038600 w 4038600"/>
              <a:gd name="connsiteY3" fmla="*/ 4724400 h 4724400"/>
              <a:gd name="connisteX4" fmla="*/ 203200 w 4038600"/>
              <a:gd name="connsiteY4" fmla="*/ 4724400 h 4724400"/>
              <a:gd name="connisteX5" fmla="*/ 0 w 4038600"/>
              <a:gd name="connsiteY5" fmla="*/ 4521200 h 4724400"/>
              <a:gd name="connisteX6" fmla="*/ 0 w 4038600"/>
              <a:gd name="connsiteY6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40386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4038600" y="0"/>
                </a:lnTo>
                <a:lnTo>
                  <a:pt x="4038600" y="4724400"/>
                </a:ln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装饰  0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4648200" y="1524000"/>
            <a:ext cx="6934200" cy="4724400"/>
          </a:xfrm>
          <a:custGeom>
            <a:avLst/>
            <a:gdLst>
              <a:gd name="connisteX0" fmla="*/ 0 w 6934200"/>
              <a:gd name="connsiteY0" fmla="*/ 0 h 4724400"/>
              <a:gd name="connisteX1" fmla="*/ 6731000 w 6934200"/>
              <a:gd name="connsiteY1" fmla="*/ 0 h 4724400"/>
              <a:gd name="connisteX2" fmla="*/ 6934200 w 6934200"/>
              <a:gd name="connsiteY2" fmla="*/ 203200 h 4724400"/>
              <a:gd name="connisteX3" fmla="*/ 6934200 w 6934200"/>
              <a:gd name="connsiteY3" fmla="*/ 4521200 h 4724400"/>
              <a:gd name="connisteX4" fmla="*/ 6731000 w 6934200"/>
              <a:gd name="connsiteY4" fmla="*/ 4724400 h 4724400"/>
              <a:gd name="connisteX5" fmla="*/ 0 w 6934200"/>
              <a:gd name="connsiteY5" fmla="*/ 4724400 h 4724400"/>
              <a:gd name="connisteX6" fmla="*/ 0 w 6934200"/>
              <a:gd name="connsiteY6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6934200" h="4724400">
                <a:moveTo>
                  <a:pt x="0" y="0"/>
                </a:moveTo>
                <a:lnTo>
                  <a:pt x="6731000" y="0"/>
                </a:lnTo>
                <a:cubicBezTo>
                  <a:pt x="6843224" y="0"/>
                  <a:pt x="6934200" y="90976"/>
                  <a:pt x="6934200" y="203200"/>
                </a:cubicBezTo>
                <a:lnTo>
                  <a:pt x="6934200" y="4521200"/>
                </a:lnTo>
                <a:cubicBezTo>
                  <a:pt x="6934200" y="4633424"/>
                  <a:pt x="6843224" y="4724400"/>
                  <a:pt x="6731000" y="4724400"/>
                </a:cubicBez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5105400" y="2387600"/>
            <a:ext cx="6019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105400" y="2946400"/>
            <a:ext cx="60198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右-方向错位-并列-26_11_group1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装饰  9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609600" y="1524000"/>
            <a:ext cx="7416800" cy="2209800"/>
          </a:xfrm>
          <a:custGeom>
            <a:avLst/>
            <a:gdLst>
              <a:gd name="connisteX0" fmla="*/ 0 w 7416800"/>
              <a:gd name="connsiteY0" fmla="*/ 203200 h 2209800"/>
              <a:gd name="connisteX1" fmla="*/ 203200 w 7416800"/>
              <a:gd name="connsiteY1" fmla="*/ 0 h 2209800"/>
              <a:gd name="connisteX2" fmla="*/ 7416800 w 7416800"/>
              <a:gd name="connsiteY2" fmla="*/ 0 h 2209800"/>
              <a:gd name="connisteX3" fmla="*/ 7416800 w 7416800"/>
              <a:gd name="connsiteY3" fmla="*/ 2209800 h 2209800"/>
              <a:gd name="connisteX4" fmla="*/ 203200 w 7416800"/>
              <a:gd name="connsiteY4" fmla="*/ 2209800 h 2209800"/>
              <a:gd name="connisteX5" fmla="*/ 0 w 7416800"/>
              <a:gd name="connsiteY5" fmla="*/ 2006600 h 2209800"/>
              <a:gd name="connisteX6" fmla="*/ 0 w 74168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74168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416800" y="0"/>
                </a:lnTo>
                <a:lnTo>
                  <a:pt x="74168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图片占位符 10"/>
          <p:cNvSpPr>
            <a:spLocks noGrp="1"/>
          </p:cNvSpPr>
          <p:nvPr>
            <p:ph type="pic" idx="16391" hasCustomPrompt="1"/>
            <p:custDataLst>
              <p:tags r:id="rId7"/>
            </p:custDataLst>
          </p:nvPr>
        </p:nvSpPr>
        <p:spPr>
          <a:xfrm>
            <a:off x="8026400" y="1524000"/>
            <a:ext cx="3556000" cy="2209800"/>
          </a:xfrm>
          <a:custGeom>
            <a:avLst/>
            <a:gdLst>
              <a:gd name="connisteX0" fmla="*/ 0 w 3556000"/>
              <a:gd name="connsiteY0" fmla="*/ 0 h 2209800"/>
              <a:gd name="connisteX1" fmla="*/ 3352800 w 3556000"/>
              <a:gd name="connsiteY1" fmla="*/ 0 h 2209800"/>
              <a:gd name="connisteX2" fmla="*/ 3556000 w 3556000"/>
              <a:gd name="connsiteY2" fmla="*/ 203200 h 2209800"/>
              <a:gd name="connisteX3" fmla="*/ 3556000 w 3556000"/>
              <a:gd name="connsiteY3" fmla="*/ 2006600 h 2209800"/>
              <a:gd name="connisteX4" fmla="*/ 3352800 w 3556000"/>
              <a:gd name="connsiteY4" fmla="*/ 2209800 h 2209800"/>
              <a:gd name="connisteX5" fmla="*/ 0 w 3556000"/>
              <a:gd name="connsiteY5" fmla="*/ 2209800 h 2209800"/>
              <a:gd name="connisteX6" fmla="*/ 0 w 3556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56000" h="2209800">
                <a:moveTo>
                  <a:pt x="0" y="0"/>
                </a:moveTo>
                <a:lnTo>
                  <a:pt x="3352800" y="0"/>
                </a:lnTo>
                <a:cubicBezTo>
                  <a:pt x="3465024" y="0"/>
                  <a:pt x="3556000" y="90976"/>
                  <a:pt x="3556000" y="203200"/>
                </a:cubicBezTo>
                <a:lnTo>
                  <a:pt x="3556000" y="2006600"/>
                </a:lnTo>
                <a:cubicBezTo>
                  <a:pt x="3556000" y="2118824"/>
                  <a:pt x="3465024" y="2209800"/>
                  <a:pt x="3352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1892300"/>
            <a:ext cx="6807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2451100"/>
            <a:ext cx="6807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4165600" y="4038600"/>
            <a:ext cx="7416800" cy="2209800"/>
          </a:xfrm>
          <a:custGeom>
            <a:avLst/>
            <a:gdLst>
              <a:gd name="connisteX0" fmla="*/ 0 w 7416800"/>
              <a:gd name="connsiteY0" fmla="*/ 0 h 2209800"/>
              <a:gd name="connisteX1" fmla="*/ 7213600 w 7416800"/>
              <a:gd name="connsiteY1" fmla="*/ 0 h 2209800"/>
              <a:gd name="connisteX2" fmla="*/ 7416800 w 7416800"/>
              <a:gd name="connsiteY2" fmla="*/ 203200 h 2209800"/>
              <a:gd name="connisteX3" fmla="*/ 7416800 w 7416800"/>
              <a:gd name="connsiteY3" fmla="*/ 2006600 h 2209800"/>
              <a:gd name="connisteX4" fmla="*/ 7213600 w 7416800"/>
              <a:gd name="connsiteY4" fmla="*/ 2209800 h 2209800"/>
              <a:gd name="connisteX5" fmla="*/ 0 w 7416800"/>
              <a:gd name="connsiteY5" fmla="*/ 2209800 h 2209800"/>
              <a:gd name="connisteX6" fmla="*/ 0 w 74168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7416800" h="2209800">
                <a:moveTo>
                  <a:pt x="0" y="0"/>
                </a:moveTo>
                <a:lnTo>
                  <a:pt x="7213600" y="0"/>
                </a:lnTo>
                <a:cubicBezTo>
                  <a:pt x="7325824" y="0"/>
                  <a:pt x="7416800" y="90976"/>
                  <a:pt x="7416800" y="203200"/>
                </a:cubicBezTo>
                <a:lnTo>
                  <a:pt x="7416800" y="2006600"/>
                </a:lnTo>
                <a:cubicBezTo>
                  <a:pt x="7416800" y="2118824"/>
                  <a:pt x="7325824" y="2209800"/>
                  <a:pt x="72136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图片占位符 15"/>
          <p:cNvSpPr>
            <a:spLocks noGrp="1"/>
          </p:cNvSpPr>
          <p:nvPr>
            <p:ph type="pic" idx="16393" hasCustomPrompt="1"/>
            <p:custDataLst>
              <p:tags r:id="rId11"/>
            </p:custDataLst>
          </p:nvPr>
        </p:nvSpPr>
        <p:spPr>
          <a:xfrm>
            <a:off x="609600" y="4038600"/>
            <a:ext cx="3556000" cy="2209800"/>
          </a:xfrm>
          <a:custGeom>
            <a:avLst/>
            <a:gdLst>
              <a:gd name="connisteX0" fmla="*/ 0 w 3556000"/>
              <a:gd name="connsiteY0" fmla="*/ 203200 h 2209800"/>
              <a:gd name="connisteX1" fmla="*/ 203200 w 3556000"/>
              <a:gd name="connsiteY1" fmla="*/ 0 h 2209800"/>
              <a:gd name="connisteX2" fmla="*/ 3556000 w 3556000"/>
              <a:gd name="connsiteY2" fmla="*/ 0 h 2209800"/>
              <a:gd name="connisteX3" fmla="*/ 3556000 w 3556000"/>
              <a:gd name="connsiteY3" fmla="*/ 2209800 h 2209800"/>
              <a:gd name="connisteX4" fmla="*/ 203200 w 3556000"/>
              <a:gd name="connsiteY4" fmla="*/ 2209800 h 2209800"/>
              <a:gd name="connisteX5" fmla="*/ 0 w 3556000"/>
              <a:gd name="connsiteY5" fmla="*/ 2006600 h 2209800"/>
              <a:gd name="connisteX6" fmla="*/ 0 w 3556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56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556000" y="0"/>
                </a:lnTo>
                <a:lnTo>
                  <a:pt x="3556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4470400" y="4406900"/>
            <a:ext cx="6807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4470400" y="4965700"/>
            <a:ext cx="6807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7_4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装饰  9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609600" y="3860800"/>
            <a:ext cx="5334000" cy="2387600"/>
          </a:xfrm>
          <a:custGeom>
            <a:avLst/>
            <a:gdLst>
              <a:gd name="connisteX0" fmla="*/ 0 w 5334000"/>
              <a:gd name="connsiteY0" fmla="*/ 0 h 2387600"/>
              <a:gd name="connisteX1" fmla="*/ 5334000 w 5334000"/>
              <a:gd name="connsiteY1" fmla="*/ 0 h 2387600"/>
              <a:gd name="connisteX2" fmla="*/ 5334000 w 5334000"/>
              <a:gd name="connsiteY2" fmla="*/ 2184400 h 2387600"/>
              <a:gd name="connisteX3" fmla="*/ 5130800 w 5334000"/>
              <a:gd name="connsiteY3" fmla="*/ 2387600 h 2387600"/>
              <a:gd name="connisteX4" fmla="*/ 203200 w 5334000"/>
              <a:gd name="connsiteY4" fmla="*/ 2387600 h 2387600"/>
              <a:gd name="connisteX5" fmla="*/ 0 w 5334000"/>
              <a:gd name="connsiteY5" fmla="*/ 2184400 h 2387600"/>
              <a:gd name="connisteX6" fmla="*/ 0 w 53340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387600">
                <a:moveTo>
                  <a:pt x="0" y="0"/>
                </a:moveTo>
                <a:lnTo>
                  <a:pt x="5334000" y="0"/>
                </a:lnTo>
                <a:lnTo>
                  <a:pt x="5334000" y="2184400"/>
                </a:lnTo>
                <a:cubicBezTo>
                  <a:pt x="5334000" y="2296624"/>
                  <a:pt x="5243024" y="2387600"/>
                  <a:pt x="51308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图片占位符 10"/>
          <p:cNvSpPr>
            <a:spLocks noGrp="1"/>
          </p:cNvSpPr>
          <p:nvPr>
            <p:ph type="pic" idx="16391" hasCustomPrompt="1"/>
            <p:custDataLst>
              <p:tags r:id="rId7"/>
            </p:custDataLst>
          </p:nvPr>
        </p:nvSpPr>
        <p:spPr>
          <a:xfrm>
            <a:off x="609600" y="1524000"/>
            <a:ext cx="5334000" cy="2336800"/>
          </a:xfrm>
          <a:custGeom>
            <a:avLst/>
            <a:gdLst>
              <a:gd name="connisteX0" fmla="*/ 0 w 5334000"/>
              <a:gd name="connsiteY0" fmla="*/ 203200 h 2336800"/>
              <a:gd name="connisteX1" fmla="*/ 203200 w 5334000"/>
              <a:gd name="connsiteY1" fmla="*/ 0 h 2336800"/>
              <a:gd name="connisteX2" fmla="*/ 5130800 w 5334000"/>
              <a:gd name="connsiteY2" fmla="*/ 0 h 2336800"/>
              <a:gd name="connisteX3" fmla="*/ 5334000 w 5334000"/>
              <a:gd name="connsiteY3" fmla="*/ 203200 h 2336800"/>
              <a:gd name="connisteX4" fmla="*/ 5334000 w 5334000"/>
              <a:gd name="connsiteY4" fmla="*/ 2336800 h 2336800"/>
              <a:gd name="connisteX5" fmla="*/ 0 w 5334000"/>
              <a:gd name="connsiteY5" fmla="*/ 2336800 h 2336800"/>
              <a:gd name="connisteX6" fmla="*/ 0 w 53340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41656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4724400"/>
            <a:ext cx="4724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248400" y="3860800"/>
            <a:ext cx="5334000" cy="2387600"/>
          </a:xfrm>
          <a:custGeom>
            <a:avLst/>
            <a:gdLst>
              <a:gd name="connisteX0" fmla="*/ 0 w 5334000"/>
              <a:gd name="connsiteY0" fmla="*/ 0 h 2387600"/>
              <a:gd name="connisteX1" fmla="*/ 5334000 w 5334000"/>
              <a:gd name="connsiteY1" fmla="*/ 0 h 2387600"/>
              <a:gd name="connisteX2" fmla="*/ 5334000 w 5334000"/>
              <a:gd name="connsiteY2" fmla="*/ 2184400 h 2387600"/>
              <a:gd name="connisteX3" fmla="*/ 5130800 w 5334000"/>
              <a:gd name="connsiteY3" fmla="*/ 2387600 h 2387600"/>
              <a:gd name="connisteX4" fmla="*/ 203200 w 5334000"/>
              <a:gd name="connsiteY4" fmla="*/ 2387600 h 2387600"/>
              <a:gd name="connisteX5" fmla="*/ 0 w 5334000"/>
              <a:gd name="connsiteY5" fmla="*/ 2184400 h 2387600"/>
              <a:gd name="connisteX6" fmla="*/ 0 w 53340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387600">
                <a:moveTo>
                  <a:pt x="0" y="0"/>
                </a:moveTo>
                <a:lnTo>
                  <a:pt x="5334000" y="0"/>
                </a:lnTo>
                <a:lnTo>
                  <a:pt x="5334000" y="2184400"/>
                </a:lnTo>
                <a:cubicBezTo>
                  <a:pt x="5334000" y="2296624"/>
                  <a:pt x="5243024" y="2387600"/>
                  <a:pt x="51308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图片占位符 15"/>
          <p:cNvSpPr>
            <a:spLocks noGrp="1"/>
          </p:cNvSpPr>
          <p:nvPr>
            <p:ph type="pic" idx="16393" hasCustomPrompt="1"/>
            <p:custDataLst>
              <p:tags r:id="rId11"/>
            </p:custDataLst>
          </p:nvPr>
        </p:nvSpPr>
        <p:spPr>
          <a:xfrm>
            <a:off x="6248400" y="1524000"/>
            <a:ext cx="5334000" cy="2336800"/>
          </a:xfrm>
          <a:custGeom>
            <a:avLst/>
            <a:gdLst>
              <a:gd name="connisteX0" fmla="*/ 0 w 5334000"/>
              <a:gd name="connsiteY0" fmla="*/ 203200 h 2336800"/>
              <a:gd name="connisteX1" fmla="*/ 203200 w 5334000"/>
              <a:gd name="connsiteY1" fmla="*/ 0 h 2336800"/>
              <a:gd name="connisteX2" fmla="*/ 5130800 w 5334000"/>
              <a:gd name="connsiteY2" fmla="*/ 0 h 2336800"/>
              <a:gd name="connisteX3" fmla="*/ 5334000 w 5334000"/>
              <a:gd name="connsiteY3" fmla="*/ 203200 h 2336800"/>
              <a:gd name="connisteX4" fmla="*/ 5334000 w 5334000"/>
              <a:gd name="connsiteY4" fmla="*/ 2336800 h 2336800"/>
              <a:gd name="connisteX5" fmla="*/ 0 w 5334000"/>
              <a:gd name="connsiteY5" fmla="*/ 2336800 h 2336800"/>
              <a:gd name="connisteX6" fmla="*/ 0 w 53340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6553200" y="41656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6553200" y="4724400"/>
            <a:ext cx="4724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9_5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装饰  9"/>
          <p:cNvSpPr>
            <a:spLocks noGrp="1"/>
          </p:cNvSpPr>
          <p:nvPr>
            <p:ph type="body" idx="16391" hasCustomPrompt="1"/>
            <p:custDataLst>
              <p:tags r:id="rId6"/>
            </p:custDataLst>
          </p:nvPr>
        </p:nvSpPr>
        <p:spPr>
          <a:xfrm>
            <a:off x="609600" y="1524000"/>
            <a:ext cx="5334000" cy="4724400"/>
          </a:xfrm>
          <a:custGeom>
            <a:avLst/>
            <a:gdLst>
              <a:gd name="connisteX0" fmla="*/ 0 w 5334000"/>
              <a:gd name="connsiteY0" fmla="*/ 203200 h 4724400"/>
              <a:gd name="connisteX1" fmla="*/ 203200 w 5334000"/>
              <a:gd name="connsiteY1" fmla="*/ 0 h 4724400"/>
              <a:gd name="connisteX2" fmla="*/ 5130800 w 5334000"/>
              <a:gd name="connsiteY2" fmla="*/ 0 h 4724400"/>
              <a:gd name="connisteX3" fmla="*/ 5334000 w 5334000"/>
              <a:gd name="connsiteY3" fmla="*/ 203200 h 4724400"/>
              <a:gd name="connisteX4" fmla="*/ 5334000 w 5334000"/>
              <a:gd name="connsiteY4" fmla="*/ 4521200 h 4724400"/>
              <a:gd name="connisteX5" fmla="*/ 5130800 w 5334000"/>
              <a:gd name="connsiteY5" fmla="*/ 4724400 h 4724400"/>
              <a:gd name="connisteX6" fmla="*/ 203200 w 5334000"/>
              <a:gd name="connsiteY6" fmla="*/ 4724400 h 4724400"/>
              <a:gd name="connisteX7" fmla="*/ 0 w 5334000"/>
              <a:gd name="connsiteY7" fmla="*/ 4521200 h 4724400"/>
              <a:gd name="connisteX8" fmla="*/ 0 w 53340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4521200"/>
                </a:lnTo>
                <a:cubicBezTo>
                  <a:pt x="5334000" y="4633424"/>
                  <a:pt x="5243024" y="4724400"/>
                  <a:pt x="51308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图片占位符 10"/>
          <p:cNvSpPr>
            <a:spLocks noGrp="1"/>
          </p:cNvSpPr>
          <p:nvPr>
            <p:ph type="pic" idx="16390" hasCustomPrompt="1"/>
            <p:custDataLst>
              <p:tags r:id="rId7"/>
            </p:custDataLst>
          </p:nvPr>
        </p:nvSpPr>
        <p:spPr>
          <a:xfrm>
            <a:off x="2667000" y="2082800"/>
            <a:ext cx="1219200" cy="12192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1016000" y="3606800"/>
            <a:ext cx="452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1016000" y="4165600"/>
            <a:ext cx="452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3" hasCustomPrompt="1"/>
            <p:custDataLst>
              <p:tags r:id="rId10"/>
            </p:custDataLst>
          </p:nvPr>
        </p:nvSpPr>
        <p:spPr>
          <a:xfrm>
            <a:off x="6248400" y="1524000"/>
            <a:ext cx="5334000" cy="4724400"/>
          </a:xfrm>
          <a:custGeom>
            <a:avLst/>
            <a:gdLst>
              <a:gd name="connisteX0" fmla="*/ 0 w 5334000"/>
              <a:gd name="connsiteY0" fmla="*/ 203200 h 4724400"/>
              <a:gd name="connisteX1" fmla="*/ 203200 w 5334000"/>
              <a:gd name="connsiteY1" fmla="*/ 0 h 4724400"/>
              <a:gd name="connisteX2" fmla="*/ 5130800 w 5334000"/>
              <a:gd name="connsiteY2" fmla="*/ 0 h 4724400"/>
              <a:gd name="connisteX3" fmla="*/ 5334000 w 5334000"/>
              <a:gd name="connsiteY3" fmla="*/ 203200 h 4724400"/>
              <a:gd name="connisteX4" fmla="*/ 5334000 w 5334000"/>
              <a:gd name="connsiteY4" fmla="*/ 4521200 h 4724400"/>
              <a:gd name="connisteX5" fmla="*/ 5130800 w 5334000"/>
              <a:gd name="connsiteY5" fmla="*/ 4724400 h 4724400"/>
              <a:gd name="connisteX6" fmla="*/ 203200 w 5334000"/>
              <a:gd name="connsiteY6" fmla="*/ 4724400 h 4724400"/>
              <a:gd name="connisteX7" fmla="*/ 0 w 5334000"/>
              <a:gd name="connsiteY7" fmla="*/ 4521200 h 4724400"/>
              <a:gd name="connisteX8" fmla="*/ 0 w 53340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4521200"/>
                </a:lnTo>
                <a:cubicBezTo>
                  <a:pt x="5334000" y="4633424"/>
                  <a:pt x="5243024" y="4724400"/>
                  <a:pt x="51308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图片占位符 15"/>
          <p:cNvSpPr>
            <a:spLocks noGrp="1"/>
          </p:cNvSpPr>
          <p:nvPr>
            <p:ph type="pic" idx="16392" hasCustomPrompt="1"/>
            <p:custDataLst>
              <p:tags r:id="rId11"/>
            </p:custDataLst>
          </p:nvPr>
        </p:nvSpPr>
        <p:spPr>
          <a:xfrm>
            <a:off x="8305800" y="2082800"/>
            <a:ext cx="1219200" cy="12192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6654800" y="3606800"/>
            <a:ext cx="452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6654800" y="4165600"/>
            <a:ext cx="452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71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6324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内容占位符 9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7543800" y="609600"/>
            <a:ext cx="4038600" cy="5638800"/>
          </a:xfrm>
          <a:custGeom>
            <a:avLst/>
            <a:gdLst>
              <a:gd name="connisteX0" fmla="*/ 0 w 4038600"/>
              <a:gd name="connsiteY0" fmla="*/ 203200 h 5638800"/>
              <a:gd name="connisteX1" fmla="*/ 203200 w 4038600"/>
              <a:gd name="connsiteY1" fmla="*/ 0 h 5638800"/>
              <a:gd name="connisteX2" fmla="*/ 3835400 w 4038600"/>
              <a:gd name="connsiteY2" fmla="*/ 0 h 5638800"/>
              <a:gd name="connisteX3" fmla="*/ 4038600 w 4038600"/>
              <a:gd name="connsiteY3" fmla="*/ 203200 h 5638800"/>
              <a:gd name="connisteX4" fmla="*/ 4038600 w 4038600"/>
              <a:gd name="connsiteY4" fmla="*/ 5435600 h 5638800"/>
              <a:gd name="connisteX5" fmla="*/ 3835400 w 4038600"/>
              <a:gd name="connsiteY5" fmla="*/ 5638800 h 5638800"/>
              <a:gd name="connisteX6" fmla="*/ 203200 w 4038600"/>
              <a:gd name="connsiteY6" fmla="*/ 5638800 h 5638800"/>
              <a:gd name="connisteX7" fmla="*/ 0 w 4038600"/>
              <a:gd name="connsiteY7" fmla="*/ 5435600 h 5638800"/>
              <a:gd name="connisteX8" fmla="*/ 0 w 40386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装饰  0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609600" y="27940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27940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3302000"/>
            <a:ext cx="6172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09600" y="48260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762000" y="48260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762000" y="5334000"/>
            <a:ext cx="6172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9_16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内容占位符 9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3708400"/>
            <a:ext cx="10972800" cy="2540000"/>
          </a:xfrm>
          <a:custGeom>
            <a:avLst/>
            <a:gdLst>
              <a:gd name="connisteX0" fmla="*/ 0 w 10972800"/>
              <a:gd name="connsiteY0" fmla="*/ 203200 h 2540000"/>
              <a:gd name="connisteX1" fmla="*/ 203200 w 10972800"/>
              <a:gd name="connsiteY1" fmla="*/ 0 h 2540000"/>
              <a:gd name="connisteX2" fmla="*/ 10769600 w 10972800"/>
              <a:gd name="connsiteY2" fmla="*/ 0 h 2540000"/>
              <a:gd name="connisteX3" fmla="*/ 10972800 w 10972800"/>
              <a:gd name="connsiteY3" fmla="*/ 203200 h 2540000"/>
              <a:gd name="connisteX4" fmla="*/ 10972800 w 10972800"/>
              <a:gd name="connsiteY4" fmla="*/ 2336800 h 2540000"/>
              <a:gd name="connisteX5" fmla="*/ 10769600 w 10972800"/>
              <a:gd name="connsiteY5" fmla="*/ 2540000 h 2540000"/>
              <a:gd name="connisteX6" fmla="*/ 203200 w 10972800"/>
              <a:gd name="connsiteY6" fmla="*/ 2540000 h 2540000"/>
              <a:gd name="connisteX7" fmla="*/ 0 w 10972800"/>
              <a:gd name="connsiteY7" fmla="*/ 2336800 h 2540000"/>
              <a:gd name="connisteX8" fmla="*/ 0 w 10972800"/>
              <a:gd name="connsiteY8" fmla="*/ 203200 h 2540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540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336800"/>
                </a:lnTo>
                <a:cubicBezTo>
                  <a:pt x="10972800" y="2449024"/>
                  <a:pt x="10881824" y="2540000"/>
                  <a:pt x="10769600" y="2540000"/>
                </a:cubicBezTo>
                <a:lnTo>
                  <a:pt x="203200" y="2540000"/>
                </a:lnTo>
                <a:cubicBezTo>
                  <a:pt x="90976" y="2540000"/>
                  <a:pt x="0" y="2449024"/>
                  <a:pt x="0" y="2336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装饰  0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609600" y="15240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15240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2032000"/>
            <a:ext cx="3098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470400" y="15240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4622800" y="15240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4622800" y="2032000"/>
            <a:ext cx="3098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装饰  7"/>
          <p:cNvSpPr>
            <a:spLocks noGrp="1"/>
          </p:cNvSpPr>
          <p:nvPr>
            <p:ph type="body" idx="16395" hasCustomPrompt="1"/>
            <p:custDataLst>
              <p:tags r:id="rId13"/>
            </p:custDataLst>
          </p:nvPr>
        </p:nvSpPr>
        <p:spPr>
          <a:xfrm>
            <a:off x="8331200" y="15240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8483600" y="15240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8483600" y="2032000"/>
            <a:ext cx="3098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0_42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4191000" y="533400"/>
            <a:ext cx="7391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内容占位符 9"/>
          <p:cNvSpPr>
            <a:spLocks noGrp="1"/>
          </p:cNvSpPr>
          <p:nvPr>
            <p:ph idx="16394" hasCustomPrompt="1"/>
            <p:custDataLst>
              <p:tags r:id="rId6"/>
            </p:custDataLst>
          </p:nvPr>
        </p:nvSpPr>
        <p:spPr>
          <a:xfrm>
            <a:off x="0" y="0"/>
            <a:ext cx="3581400" cy="6858000"/>
          </a:xfrm>
          <a:custGeom>
            <a:avLst/>
            <a:gdLst>
              <a:gd name="connisteX0" fmla="*/ 0 w 3581400"/>
              <a:gd name="connsiteY0" fmla="*/ 0 h 6858000"/>
              <a:gd name="connisteX1" fmla="*/ 3581400 w 3581400"/>
              <a:gd name="connsiteY1" fmla="*/ 0 h 6858000"/>
              <a:gd name="connisteX2" fmla="*/ 3581400 w 3581400"/>
              <a:gd name="connsiteY2" fmla="*/ 6858000 h 6858000"/>
              <a:gd name="connisteX3" fmla="*/ 0 w 3581400"/>
              <a:gd name="connsiteY3" fmla="*/ 6858000 h 6858000"/>
              <a:gd name="connisteX4" fmla="*/ 0 w 3581400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装饰  0"/>
          <p:cNvSpPr>
            <a:spLocks noGrp="1"/>
          </p:cNvSpPr>
          <p:nvPr>
            <p:ph type="body" idx="16395" hasCustomPrompt="1"/>
            <p:custDataLst>
              <p:tags r:id="rId7"/>
            </p:custDataLst>
          </p:nvPr>
        </p:nvSpPr>
        <p:spPr>
          <a:xfrm>
            <a:off x="4191000" y="19304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4343400" y="1930400"/>
            <a:ext cx="33147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4343400" y="2438400"/>
            <a:ext cx="33147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6" hasCustomPrompt="1"/>
            <p:custDataLst>
              <p:tags r:id="rId10"/>
            </p:custDataLst>
          </p:nvPr>
        </p:nvSpPr>
        <p:spPr>
          <a:xfrm>
            <a:off x="8115300" y="19304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8267700" y="1930400"/>
            <a:ext cx="33147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8267700" y="2438400"/>
            <a:ext cx="33147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装饰  7"/>
          <p:cNvSpPr>
            <a:spLocks noGrp="1"/>
          </p:cNvSpPr>
          <p:nvPr>
            <p:ph type="body" idx="16397" hasCustomPrompt="1"/>
            <p:custDataLst>
              <p:tags r:id="rId13"/>
            </p:custDataLst>
          </p:nvPr>
        </p:nvSpPr>
        <p:spPr>
          <a:xfrm>
            <a:off x="4191000" y="41148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4343400" y="4114800"/>
            <a:ext cx="33147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4343400" y="4622800"/>
            <a:ext cx="33147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2" name="装饰  1"/>
          <p:cNvSpPr>
            <a:spLocks noGrp="1"/>
          </p:cNvSpPr>
          <p:nvPr>
            <p:ph type="body" idx="16398" hasCustomPrompt="1"/>
            <p:custDataLst>
              <p:tags r:id="rId16"/>
            </p:custDataLst>
          </p:nvPr>
        </p:nvSpPr>
        <p:spPr>
          <a:xfrm>
            <a:off x="8115300" y="41148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2" hasCustomPrompt="1"/>
            <p:custDataLst>
              <p:tags r:id="rId17"/>
            </p:custDataLst>
          </p:nvPr>
        </p:nvSpPr>
        <p:spPr>
          <a:xfrm>
            <a:off x="8267700" y="4114800"/>
            <a:ext cx="33147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8267700" y="4622800"/>
            <a:ext cx="33147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9_11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装饰  9"/>
          <p:cNvSpPr>
            <a:spLocks noGrp="1"/>
          </p:cNvSpPr>
          <p:nvPr>
            <p:ph type="body" idx="16395" hasCustomPrompt="1"/>
            <p:custDataLst>
              <p:tags r:id="rId6"/>
            </p:custDataLst>
          </p:nvPr>
        </p:nvSpPr>
        <p:spPr>
          <a:xfrm>
            <a:off x="1625600" y="2108200"/>
            <a:ext cx="1219200" cy="1219200"/>
          </a:xfrm>
          <a:custGeom>
            <a:avLst/>
            <a:gdLst>
              <a:gd name="connisteX0" fmla="*/ 0 w 1219200"/>
              <a:gd name="connsiteY0" fmla="*/ 304800 h 1219200"/>
              <a:gd name="connisteX1" fmla="*/ 304800 w 1219200"/>
              <a:gd name="connsiteY1" fmla="*/ 0 h 1219200"/>
              <a:gd name="connisteX2" fmla="*/ 914400 w 1219200"/>
              <a:gd name="connsiteY2" fmla="*/ 0 h 1219200"/>
              <a:gd name="connisteX3" fmla="*/ 1219200 w 1219200"/>
              <a:gd name="connsiteY3" fmla="*/ 304800 h 1219200"/>
              <a:gd name="connisteX4" fmla="*/ 1219200 w 1219200"/>
              <a:gd name="connsiteY4" fmla="*/ 914400 h 1219200"/>
              <a:gd name="connisteX5" fmla="*/ 914400 w 1219200"/>
              <a:gd name="connsiteY5" fmla="*/ 1219200 h 1219200"/>
              <a:gd name="connisteX6" fmla="*/ 304800 w 1219200"/>
              <a:gd name="connsiteY6" fmla="*/ 1219200 h 1219200"/>
              <a:gd name="connisteX7" fmla="*/ 0 w 1219200"/>
              <a:gd name="connsiteY7" fmla="*/ 914400 h 1219200"/>
              <a:gd name="connisteX8" fmla="*/ 0 w 1219200"/>
              <a:gd name="connsiteY8" fmla="*/ 3048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914400" y="0"/>
                </a:lnTo>
                <a:cubicBezTo>
                  <a:pt x="1082736" y="0"/>
                  <a:pt x="1219200" y="136464"/>
                  <a:pt x="1219200" y="304800"/>
                </a:cubicBezTo>
                <a:lnTo>
                  <a:pt x="1219200" y="914400"/>
                </a:lnTo>
                <a:cubicBezTo>
                  <a:pt x="1219200" y="1082736"/>
                  <a:pt x="1082736" y="1219200"/>
                  <a:pt x="914400" y="1219200"/>
                </a:cubicBezTo>
                <a:lnTo>
                  <a:pt x="304800" y="1219200"/>
                </a:lnTo>
                <a:cubicBezTo>
                  <a:pt x="136464" y="1219200"/>
                  <a:pt x="0" y="1082736"/>
                  <a:pt x="0" y="914400"/>
                </a:cubicBezTo>
                <a:lnTo>
                  <a:pt x="0" y="3048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1873250" y="24130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609600" y="36322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609600" y="41402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6" hasCustomPrompt="1"/>
            <p:custDataLst>
              <p:tags r:id="rId10"/>
            </p:custDataLst>
          </p:nvPr>
        </p:nvSpPr>
        <p:spPr>
          <a:xfrm>
            <a:off x="5486400" y="2108200"/>
            <a:ext cx="1219200" cy="1219200"/>
          </a:xfrm>
          <a:custGeom>
            <a:avLst/>
            <a:gdLst>
              <a:gd name="connisteX0" fmla="*/ 0 w 1219200"/>
              <a:gd name="connsiteY0" fmla="*/ 304800 h 1219200"/>
              <a:gd name="connisteX1" fmla="*/ 304800 w 1219200"/>
              <a:gd name="connsiteY1" fmla="*/ 0 h 1219200"/>
              <a:gd name="connisteX2" fmla="*/ 914400 w 1219200"/>
              <a:gd name="connsiteY2" fmla="*/ 0 h 1219200"/>
              <a:gd name="connisteX3" fmla="*/ 1219200 w 1219200"/>
              <a:gd name="connsiteY3" fmla="*/ 304800 h 1219200"/>
              <a:gd name="connisteX4" fmla="*/ 1219200 w 1219200"/>
              <a:gd name="connsiteY4" fmla="*/ 914400 h 1219200"/>
              <a:gd name="connisteX5" fmla="*/ 914400 w 1219200"/>
              <a:gd name="connsiteY5" fmla="*/ 1219200 h 1219200"/>
              <a:gd name="connisteX6" fmla="*/ 304800 w 1219200"/>
              <a:gd name="connsiteY6" fmla="*/ 1219200 h 1219200"/>
              <a:gd name="connisteX7" fmla="*/ 0 w 1219200"/>
              <a:gd name="connsiteY7" fmla="*/ 914400 h 1219200"/>
              <a:gd name="connisteX8" fmla="*/ 0 w 1219200"/>
              <a:gd name="connsiteY8" fmla="*/ 3048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914400" y="0"/>
                </a:lnTo>
                <a:cubicBezTo>
                  <a:pt x="1082736" y="0"/>
                  <a:pt x="1219200" y="136464"/>
                  <a:pt x="1219200" y="304800"/>
                </a:cubicBezTo>
                <a:lnTo>
                  <a:pt x="1219200" y="914400"/>
                </a:lnTo>
                <a:cubicBezTo>
                  <a:pt x="1219200" y="1082736"/>
                  <a:pt x="1082736" y="1219200"/>
                  <a:pt x="914400" y="1219200"/>
                </a:cubicBezTo>
                <a:lnTo>
                  <a:pt x="304800" y="1219200"/>
                </a:lnTo>
                <a:cubicBezTo>
                  <a:pt x="136464" y="1219200"/>
                  <a:pt x="0" y="1082736"/>
                  <a:pt x="0" y="914400"/>
                </a:cubicBezTo>
                <a:lnTo>
                  <a:pt x="0" y="3048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5734050" y="24130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4470400" y="36322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4470400" y="41402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7" hasCustomPrompt="1"/>
            <p:custDataLst>
              <p:tags r:id="rId14"/>
            </p:custDataLst>
          </p:nvPr>
        </p:nvSpPr>
        <p:spPr>
          <a:xfrm>
            <a:off x="9347200" y="2108200"/>
            <a:ext cx="1219200" cy="1219200"/>
          </a:xfrm>
          <a:custGeom>
            <a:avLst/>
            <a:gdLst>
              <a:gd name="connisteX0" fmla="*/ 0 w 1219200"/>
              <a:gd name="connsiteY0" fmla="*/ 304800 h 1219200"/>
              <a:gd name="connisteX1" fmla="*/ 304800 w 1219200"/>
              <a:gd name="connsiteY1" fmla="*/ 0 h 1219200"/>
              <a:gd name="connisteX2" fmla="*/ 914400 w 1219200"/>
              <a:gd name="connsiteY2" fmla="*/ 0 h 1219200"/>
              <a:gd name="connisteX3" fmla="*/ 1219200 w 1219200"/>
              <a:gd name="connsiteY3" fmla="*/ 304800 h 1219200"/>
              <a:gd name="connisteX4" fmla="*/ 1219200 w 1219200"/>
              <a:gd name="connsiteY4" fmla="*/ 914400 h 1219200"/>
              <a:gd name="connisteX5" fmla="*/ 914400 w 1219200"/>
              <a:gd name="connsiteY5" fmla="*/ 1219200 h 1219200"/>
              <a:gd name="connisteX6" fmla="*/ 304800 w 1219200"/>
              <a:gd name="connsiteY6" fmla="*/ 1219200 h 1219200"/>
              <a:gd name="connisteX7" fmla="*/ 0 w 1219200"/>
              <a:gd name="connsiteY7" fmla="*/ 914400 h 1219200"/>
              <a:gd name="connisteX8" fmla="*/ 0 w 1219200"/>
              <a:gd name="connsiteY8" fmla="*/ 3048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914400" y="0"/>
                </a:lnTo>
                <a:cubicBezTo>
                  <a:pt x="1082736" y="0"/>
                  <a:pt x="1219200" y="136464"/>
                  <a:pt x="1219200" y="304800"/>
                </a:cubicBezTo>
                <a:lnTo>
                  <a:pt x="1219200" y="914400"/>
                </a:lnTo>
                <a:cubicBezTo>
                  <a:pt x="1219200" y="1082736"/>
                  <a:pt x="1082736" y="1219200"/>
                  <a:pt x="914400" y="1219200"/>
                </a:cubicBezTo>
                <a:lnTo>
                  <a:pt x="304800" y="1219200"/>
                </a:lnTo>
                <a:cubicBezTo>
                  <a:pt x="136464" y="1219200"/>
                  <a:pt x="0" y="1082736"/>
                  <a:pt x="0" y="914400"/>
                </a:cubicBezTo>
                <a:lnTo>
                  <a:pt x="0" y="3048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4" hasCustomPrompt="1"/>
            <p:custDataLst>
              <p:tags r:id="rId15"/>
            </p:custDataLst>
          </p:nvPr>
        </p:nvSpPr>
        <p:spPr>
          <a:xfrm>
            <a:off x="9594850" y="24130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2" hasCustomPrompt="1"/>
            <p:custDataLst>
              <p:tags r:id="rId16"/>
            </p:custDataLst>
          </p:nvPr>
        </p:nvSpPr>
        <p:spPr>
          <a:xfrm>
            <a:off x="8331200" y="36322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3" hasCustomPrompt="1"/>
            <p:custDataLst>
              <p:tags r:id="rId17"/>
            </p:custDataLst>
          </p:nvPr>
        </p:nvSpPr>
        <p:spPr>
          <a:xfrm>
            <a:off x="8331200" y="41402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右叠-默认位置-并列-31_13_group1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装饰  9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609600" y="1524000"/>
            <a:ext cx="10972800" cy="1473200"/>
          </a:xfrm>
          <a:custGeom>
            <a:avLst/>
            <a:gdLst>
              <a:gd name="connisteX0" fmla="*/ 0 w 10972800"/>
              <a:gd name="connsiteY0" fmla="*/ 203200 h 1473200"/>
              <a:gd name="connisteX1" fmla="*/ 203200 w 10972800"/>
              <a:gd name="connsiteY1" fmla="*/ 0 h 1473200"/>
              <a:gd name="connisteX2" fmla="*/ 10769600 w 10972800"/>
              <a:gd name="connsiteY2" fmla="*/ 0 h 1473200"/>
              <a:gd name="connisteX3" fmla="*/ 10972800 w 10972800"/>
              <a:gd name="connsiteY3" fmla="*/ 203200 h 1473200"/>
              <a:gd name="connisteX4" fmla="*/ 10972800 w 10972800"/>
              <a:gd name="connsiteY4" fmla="*/ 1270000 h 1473200"/>
              <a:gd name="connisteX5" fmla="*/ 10769600 w 10972800"/>
              <a:gd name="connsiteY5" fmla="*/ 1473200 h 1473200"/>
              <a:gd name="connisteX6" fmla="*/ 203200 w 10972800"/>
              <a:gd name="connsiteY6" fmla="*/ 1473200 h 1473200"/>
              <a:gd name="connisteX7" fmla="*/ 0 w 10972800"/>
              <a:gd name="connsiteY7" fmla="*/ 1270000 h 1473200"/>
              <a:gd name="connisteX8" fmla="*/ 0 w 10972800"/>
              <a:gd name="connsiteY8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270000"/>
                </a:lnTo>
                <a:cubicBezTo>
                  <a:pt x="10972800" y="1382224"/>
                  <a:pt x="10881824" y="1473200"/>
                  <a:pt x="107696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图片占位符 10"/>
          <p:cNvSpPr>
            <a:spLocks noGrp="1"/>
          </p:cNvSpPr>
          <p:nvPr>
            <p:ph type="pic" idx="16393" hasCustomPrompt="1"/>
            <p:custDataLst>
              <p:tags r:id="rId7"/>
            </p:custDataLst>
          </p:nvPr>
        </p:nvSpPr>
        <p:spPr>
          <a:xfrm>
            <a:off x="914400" y="18034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2082800" y="1854200"/>
            <a:ext cx="9194800" cy="406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2082800" y="2362200"/>
            <a:ext cx="91948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609600" y="3149600"/>
            <a:ext cx="10972800" cy="1473200"/>
          </a:xfrm>
          <a:custGeom>
            <a:avLst/>
            <a:gdLst>
              <a:gd name="connisteX0" fmla="*/ 0 w 10972800"/>
              <a:gd name="connsiteY0" fmla="*/ 203200 h 1473200"/>
              <a:gd name="connisteX1" fmla="*/ 203200 w 10972800"/>
              <a:gd name="connsiteY1" fmla="*/ 0 h 1473200"/>
              <a:gd name="connisteX2" fmla="*/ 10769600 w 10972800"/>
              <a:gd name="connsiteY2" fmla="*/ 0 h 1473200"/>
              <a:gd name="connisteX3" fmla="*/ 10972800 w 10972800"/>
              <a:gd name="connsiteY3" fmla="*/ 203200 h 1473200"/>
              <a:gd name="connisteX4" fmla="*/ 10972800 w 10972800"/>
              <a:gd name="connsiteY4" fmla="*/ 1270000 h 1473200"/>
              <a:gd name="connisteX5" fmla="*/ 10769600 w 10972800"/>
              <a:gd name="connsiteY5" fmla="*/ 1473200 h 1473200"/>
              <a:gd name="connisteX6" fmla="*/ 203200 w 10972800"/>
              <a:gd name="connsiteY6" fmla="*/ 1473200 h 1473200"/>
              <a:gd name="connisteX7" fmla="*/ 0 w 10972800"/>
              <a:gd name="connsiteY7" fmla="*/ 1270000 h 1473200"/>
              <a:gd name="connisteX8" fmla="*/ 0 w 10972800"/>
              <a:gd name="connsiteY8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270000"/>
                </a:lnTo>
                <a:cubicBezTo>
                  <a:pt x="10972800" y="1382224"/>
                  <a:pt x="10881824" y="1473200"/>
                  <a:pt x="107696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图片占位符 15"/>
          <p:cNvSpPr>
            <a:spLocks noGrp="1"/>
          </p:cNvSpPr>
          <p:nvPr>
            <p:ph type="pic" idx="16395" hasCustomPrompt="1"/>
            <p:custDataLst>
              <p:tags r:id="rId11"/>
            </p:custDataLst>
          </p:nvPr>
        </p:nvSpPr>
        <p:spPr>
          <a:xfrm>
            <a:off x="914400" y="34290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2082800" y="3479800"/>
            <a:ext cx="9194800" cy="406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2082800" y="3987800"/>
            <a:ext cx="91948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6" hasCustomPrompt="1"/>
            <p:custDataLst>
              <p:tags r:id="rId14"/>
            </p:custDataLst>
          </p:nvPr>
        </p:nvSpPr>
        <p:spPr>
          <a:xfrm>
            <a:off x="609600" y="4775200"/>
            <a:ext cx="10972800" cy="1473200"/>
          </a:xfrm>
          <a:custGeom>
            <a:avLst/>
            <a:gdLst>
              <a:gd name="connisteX0" fmla="*/ 0 w 10972800"/>
              <a:gd name="connsiteY0" fmla="*/ 203200 h 1473200"/>
              <a:gd name="connisteX1" fmla="*/ 203200 w 10972800"/>
              <a:gd name="connsiteY1" fmla="*/ 0 h 1473200"/>
              <a:gd name="connisteX2" fmla="*/ 10769600 w 10972800"/>
              <a:gd name="connsiteY2" fmla="*/ 0 h 1473200"/>
              <a:gd name="connisteX3" fmla="*/ 10972800 w 10972800"/>
              <a:gd name="connsiteY3" fmla="*/ 203200 h 1473200"/>
              <a:gd name="connisteX4" fmla="*/ 10972800 w 10972800"/>
              <a:gd name="connsiteY4" fmla="*/ 1270000 h 1473200"/>
              <a:gd name="connisteX5" fmla="*/ 10769600 w 10972800"/>
              <a:gd name="connsiteY5" fmla="*/ 1473200 h 1473200"/>
              <a:gd name="connisteX6" fmla="*/ 203200 w 10972800"/>
              <a:gd name="connsiteY6" fmla="*/ 1473200 h 1473200"/>
              <a:gd name="connisteX7" fmla="*/ 0 w 10972800"/>
              <a:gd name="connsiteY7" fmla="*/ 1270000 h 1473200"/>
              <a:gd name="connisteX8" fmla="*/ 0 w 10972800"/>
              <a:gd name="connsiteY8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270000"/>
                </a:lnTo>
                <a:cubicBezTo>
                  <a:pt x="10972800" y="1382224"/>
                  <a:pt x="10881824" y="1473200"/>
                  <a:pt x="107696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7" hasCustomPrompt="1"/>
            <p:custDataLst>
              <p:tags r:id="rId15"/>
            </p:custDataLst>
          </p:nvPr>
        </p:nvSpPr>
        <p:spPr>
          <a:xfrm>
            <a:off x="914400" y="50546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2082800" y="5105400"/>
            <a:ext cx="9194800" cy="406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2082800" y="5613400"/>
            <a:ext cx="91948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8_17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idx="16392" hasCustomPrompt="1"/>
            <p:custDataLst>
              <p:tags r:id="rId6"/>
            </p:custDataLst>
          </p:nvPr>
        </p:nvSpPr>
        <p:spPr>
          <a:xfrm>
            <a:off x="1473200" y="1955800"/>
            <a:ext cx="1524000" cy="15240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09600" y="37338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09600" y="42926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3" hasCustomPrompt="1"/>
            <p:custDataLst>
              <p:tags r:id="rId9"/>
            </p:custDataLst>
          </p:nvPr>
        </p:nvSpPr>
        <p:spPr>
          <a:xfrm>
            <a:off x="5334000" y="1955800"/>
            <a:ext cx="1524000" cy="15240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4470400" y="37338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4470400" y="42926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4" hasCustomPrompt="1"/>
            <p:custDataLst>
              <p:tags r:id="rId12"/>
            </p:custDataLst>
          </p:nvPr>
        </p:nvSpPr>
        <p:spPr>
          <a:xfrm>
            <a:off x="9194800" y="1955800"/>
            <a:ext cx="1524000" cy="15240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331200" y="37338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331200" y="42926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84" y="198359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039" y="516256"/>
            <a:ext cx="10515890" cy="13243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39" y="1935192"/>
            <a:ext cx="5163349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039" y="2818085"/>
            <a:ext cx="5163349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931" y="1935192"/>
            <a:ext cx="5186998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931" y="2818085"/>
            <a:ext cx="5186998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723122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584" y="723123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184" y="2323322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884" y="523097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84" y="523097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184" y="523097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9" Type="http://schemas.openxmlformats.org/officeDocument/2006/relationships/theme" Target="../theme/theme1.xml"/><Relationship Id="rId58" Type="http://schemas.openxmlformats.org/officeDocument/2006/relationships/tags" Target="../tags/tag444.xml"/><Relationship Id="rId57" Type="http://schemas.openxmlformats.org/officeDocument/2006/relationships/tags" Target="../tags/tag443.xml"/><Relationship Id="rId56" Type="http://schemas.openxmlformats.org/officeDocument/2006/relationships/tags" Target="../tags/tag442.xml"/><Relationship Id="rId55" Type="http://schemas.openxmlformats.org/officeDocument/2006/relationships/tags" Target="../tags/tag441.xml"/><Relationship Id="rId54" Type="http://schemas.openxmlformats.org/officeDocument/2006/relationships/tags" Target="../tags/tag440.xml"/><Relationship Id="rId53" Type="http://schemas.openxmlformats.org/officeDocument/2006/relationships/tags" Target="../tags/tag439.xml"/><Relationship Id="rId52" Type="http://schemas.openxmlformats.org/officeDocument/2006/relationships/tags" Target="../tags/tag438.xml"/><Relationship Id="rId51" Type="http://schemas.openxmlformats.org/officeDocument/2006/relationships/image" Target="../media/image39.svg"/><Relationship Id="rId50" Type="http://schemas.openxmlformats.org/officeDocument/2006/relationships/image" Target="../media/image38.png"/><Relationship Id="rId5" Type="http://schemas.openxmlformats.org/officeDocument/2006/relationships/slideLayout" Target="../slideLayouts/slideLayout5.xml"/><Relationship Id="rId49" Type="http://schemas.openxmlformats.org/officeDocument/2006/relationships/tags" Target="../tags/tag437.xml"/><Relationship Id="rId48" Type="http://schemas.openxmlformats.org/officeDocument/2006/relationships/image" Target="../media/image37.svg"/><Relationship Id="rId47" Type="http://schemas.openxmlformats.org/officeDocument/2006/relationships/image" Target="../media/image36.png"/><Relationship Id="rId46" Type="http://schemas.openxmlformats.org/officeDocument/2006/relationships/tags" Target="../tags/tag436.xml"/><Relationship Id="rId45" Type="http://schemas.openxmlformats.org/officeDocument/2006/relationships/image" Target="../media/image10.svg"/><Relationship Id="rId44" Type="http://schemas.openxmlformats.org/officeDocument/2006/relationships/image" Target="../media/image9.png"/><Relationship Id="rId43" Type="http://schemas.openxmlformats.org/officeDocument/2006/relationships/tags" Target="../tags/tag435.xml"/><Relationship Id="rId42" Type="http://schemas.openxmlformats.org/officeDocument/2006/relationships/image" Target="../media/image8.svg"/><Relationship Id="rId41" Type="http://schemas.openxmlformats.org/officeDocument/2006/relationships/image" Target="../media/image7.png"/><Relationship Id="rId40" Type="http://schemas.openxmlformats.org/officeDocument/2006/relationships/tags" Target="../tags/tag434.xml"/><Relationship Id="rId4" Type="http://schemas.openxmlformats.org/officeDocument/2006/relationships/slideLayout" Target="../slideLayouts/slideLayout4.xml"/><Relationship Id="rId39" Type="http://schemas.openxmlformats.org/officeDocument/2006/relationships/image" Target="../media/image35.svg"/><Relationship Id="rId38" Type="http://schemas.openxmlformats.org/officeDocument/2006/relationships/image" Target="../media/image34.png"/><Relationship Id="rId37" Type="http://schemas.openxmlformats.org/officeDocument/2006/relationships/tags" Target="../tags/tag433.xml"/><Relationship Id="rId36" Type="http://schemas.openxmlformats.org/officeDocument/2006/relationships/tags" Target="../tags/tag4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4.xml"/><Relationship Id="rId8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1.xml"/><Relationship Id="rId5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7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45.xml"/><Relationship Id="rId1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6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形 8"/>
          <p:cNvPicPr>
            <a:picLocks noChangeAspect="1"/>
          </p:cNvPicPr>
          <p:nvPr userDrawn="1">
            <p:custDataLst>
              <p:tags r:id="rId37"/>
            </p:custDataLst>
          </p:nvPr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 l="43038" b="60669"/>
          <a:stretch>
            <a:fillRect/>
          </a:stretch>
        </p:blipFill>
        <p:spPr>
          <a:xfrm flipH="1">
            <a:off x="10157000" y="5816600"/>
            <a:ext cx="2035000" cy="1041400"/>
          </a:xfrm>
          <a:custGeom>
            <a:avLst/>
            <a:gdLst>
              <a:gd name="connsiteX0" fmla="*/ 0 w 3107805"/>
              <a:gd name="connsiteY0" fmla="*/ 0 h 1590402"/>
              <a:gd name="connsiteX1" fmla="*/ 3107805 w 3107805"/>
              <a:gd name="connsiteY1" fmla="*/ 0 h 1590402"/>
              <a:gd name="connsiteX2" fmla="*/ 3107805 w 3107805"/>
              <a:gd name="connsiteY2" fmla="*/ 1590402 h 1590402"/>
              <a:gd name="connsiteX3" fmla="*/ 0 w 3107805"/>
              <a:gd name="connsiteY3" fmla="*/ 1590402 h 1590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07805" h="1590402">
                <a:moveTo>
                  <a:pt x="0" y="0"/>
                </a:moveTo>
                <a:lnTo>
                  <a:pt x="3107805" y="0"/>
                </a:lnTo>
                <a:lnTo>
                  <a:pt x="3107805" y="1590402"/>
                </a:lnTo>
                <a:lnTo>
                  <a:pt x="0" y="1590402"/>
                </a:lnTo>
                <a:close/>
              </a:path>
            </a:pathLst>
          </a:custGeom>
        </p:spPr>
      </p:pic>
      <p:pic>
        <p:nvPicPr>
          <p:cNvPr id="10" name="图形 9"/>
          <p:cNvPicPr>
            <a:picLocks noChangeAspect="1"/>
          </p:cNvPicPr>
          <p:nvPr userDrawn="1">
            <p:custDataLst>
              <p:tags r:id="rId40"/>
            </p:custDataLst>
          </p:nvPr>
        </p:nvPicPr>
        <p:blipFill rotWithShape="1"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 t="19196"/>
          <a:stretch>
            <a:fillRect/>
          </a:stretch>
        </p:blipFill>
        <p:spPr>
          <a:xfrm flipV="1">
            <a:off x="11190989" y="5910049"/>
            <a:ext cx="730607" cy="947950"/>
          </a:xfrm>
          <a:prstGeom prst="rect">
            <a:avLst/>
          </a:prstGeom>
        </p:spPr>
      </p:pic>
      <p:pic>
        <p:nvPicPr>
          <p:cNvPr id="11" name="图形 10"/>
          <p:cNvPicPr>
            <a:picLocks noChangeAspect="1"/>
          </p:cNvPicPr>
          <p:nvPr userDrawn="1">
            <p:custDataLst>
              <p:tags r:id="rId43"/>
            </p:custDataLst>
          </p:nvPr>
        </p:nvPicPr>
        <p:blipFill rotWithShape="1"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rcRect l="57263" t="41925"/>
          <a:stretch>
            <a:fillRect/>
          </a:stretch>
        </p:blipFill>
        <p:spPr>
          <a:xfrm>
            <a:off x="1" y="1"/>
            <a:ext cx="1215315" cy="1224000"/>
          </a:xfrm>
          <a:prstGeom prst="rect">
            <a:avLst/>
          </a:prstGeom>
        </p:spPr>
      </p:pic>
      <p:pic>
        <p:nvPicPr>
          <p:cNvPr id="12" name="图形 11"/>
          <p:cNvPicPr>
            <a:picLocks noChangeAspect="1"/>
          </p:cNvPicPr>
          <p:nvPr userDrawn="1">
            <p:custDataLst>
              <p:tags r:id="rId46"/>
            </p:custDataLst>
          </p:nvPr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 flipH="1">
            <a:off x="0" y="0"/>
            <a:ext cx="983564" cy="481013"/>
          </a:xfrm>
          <a:prstGeom prst="rect">
            <a:avLst/>
          </a:prstGeom>
        </p:spPr>
      </p:pic>
      <p:pic>
        <p:nvPicPr>
          <p:cNvPr id="13" name="图形 12"/>
          <p:cNvPicPr>
            <a:picLocks noChangeAspect="1"/>
          </p:cNvPicPr>
          <p:nvPr userDrawn="1">
            <p:custDataLst>
              <p:tags r:id="rId49"/>
            </p:custDataLst>
          </p:nvPr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168059" y="587423"/>
            <a:ext cx="204689" cy="198390"/>
          </a:xfrm>
          <a:prstGeom prst="rect">
            <a:avLst/>
          </a:prstGeom>
        </p:spPr>
      </p:pic>
      <p:sp>
        <p:nvSpPr>
          <p:cNvPr id="14" name="任意多边形: 形状 13"/>
          <p:cNvSpPr/>
          <p:nvPr userDrawn="1">
            <p:custDataLst>
              <p:tags r:id="rId52"/>
            </p:custDataLst>
          </p:nvPr>
        </p:nvSpPr>
        <p:spPr>
          <a:xfrm rot="16200000">
            <a:off x="11666887" y="5675624"/>
            <a:ext cx="299424" cy="375402"/>
          </a:xfrm>
          <a:custGeom>
            <a:avLst/>
            <a:gdLst>
              <a:gd name="connsiteX0" fmla="*/ 83325 w 344040"/>
              <a:gd name="connsiteY0" fmla="*/ 395342 h 431339"/>
              <a:gd name="connsiteX1" fmla="*/ 74002 w 344040"/>
              <a:gd name="connsiteY1" fmla="*/ 407288 h 431339"/>
              <a:gd name="connsiteX2" fmla="*/ 52626 w 344040"/>
              <a:gd name="connsiteY2" fmla="*/ 401182 h 431339"/>
              <a:gd name="connsiteX3" fmla="*/ 64842 w 344040"/>
              <a:gd name="connsiteY3" fmla="*/ 382861 h 431339"/>
              <a:gd name="connsiteX4" fmla="*/ 73432 w 344040"/>
              <a:gd name="connsiteY4" fmla="*/ 380544 h 431339"/>
              <a:gd name="connsiteX5" fmla="*/ 81637 w 344040"/>
              <a:gd name="connsiteY5" fmla="*/ 382861 h 431339"/>
              <a:gd name="connsiteX6" fmla="*/ 83325 w 344040"/>
              <a:gd name="connsiteY6" fmla="*/ 395342 h 431339"/>
              <a:gd name="connsiteX7" fmla="*/ 118735 w 344040"/>
              <a:gd name="connsiteY7" fmla="*/ 189141 h 431339"/>
              <a:gd name="connsiteX8" fmla="*/ 81587 w 344040"/>
              <a:gd name="connsiteY8" fmla="*/ 260210 h 431339"/>
              <a:gd name="connsiteX9" fmla="*/ 1730 w 344040"/>
              <a:gd name="connsiteY9" fmla="*/ 237399 h 431339"/>
              <a:gd name="connsiteX10" fmla="*/ 47364 w 344040"/>
              <a:gd name="connsiteY10" fmla="*/ 168953 h 431339"/>
              <a:gd name="connsiteX11" fmla="*/ 79459 w 344040"/>
              <a:gd name="connsiteY11" fmla="*/ 160299 h 431339"/>
              <a:gd name="connsiteX12" fmla="*/ 110109 w 344040"/>
              <a:gd name="connsiteY12" fmla="*/ 168953 h 431339"/>
              <a:gd name="connsiteX13" fmla="*/ 118735 w 344040"/>
              <a:gd name="connsiteY13" fmla="*/ 189141 h 431339"/>
              <a:gd name="connsiteX14" fmla="*/ 206260 w 344040"/>
              <a:gd name="connsiteY14" fmla="*/ 391447 h 431339"/>
              <a:gd name="connsiteX15" fmla="*/ 198188 w 344040"/>
              <a:gd name="connsiteY15" fmla="*/ 420276 h 431339"/>
              <a:gd name="connsiteX16" fmla="*/ 154470 w 344040"/>
              <a:gd name="connsiteY16" fmla="*/ 425135 h 431339"/>
              <a:gd name="connsiteX17" fmla="*/ 147183 w 344040"/>
              <a:gd name="connsiteY17" fmla="*/ 403276 h 431339"/>
              <a:gd name="connsiteX18" fmla="*/ 164184 w 344040"/>
              <a:gd name="connsiteY18" fmla="*/ 376557 h 431339"/>
              <a:gd name="connsiteX19" fmla="*/ 193329 w 344040"/>
              <a:gd name="connsiteY19" fmla="*/ 369271 h 431339"/>
              <a:gd name="connsiteX20" fmla="*/ 206260 w 344040"/>
              <a:gd name="connsiteY20" fmla="*/ 391447 h 431339"/>
              <a:gd name="connsiteX21" fmla="*/ 227546 w 344040"/>
              <a:gd name="connsiteY21" fmla="*/ 242500 h 431339"/>
              <a:gd name="connsiteX22" fmla="*/ 196094 w 344040"/>
              <a:gd name="connsiteY22" fmla="*/ 302176 h 431339"/>
              <a:gd name="connsiteX23" fmla="*/ 128482 w 344040"/>
              <a:gd name="connsiteY23" fmla="*/ 283022 h 431339"/>
              <a:gd name="connsiteX24" fmla="*/ 167122 w 344040"/>
              <a:gd name="connsiteY24" fmla="*/ 225549 h 431339"/>
              <a:gd name="connsiteX25" fmla="*/ 194292 w 344040"/>
              <a:gd name="connsiteY25" fmla="*/ 218283 h 431339"/>
              <a:gd name="connsiteX26" fmla="*/ 220242 w 344040"/>
              <a:gd name="connsiteY26" fmla="*/ 225549 h 431339"/>
              <a:gd name="connsiteX27" fmla="*/ 227546 w 344040"/>
              <a:gd name="connsiteY27" fmla="*/ 242500 h 431339"/>
              <a:gd name="connsiteX28" fmla="*/ 265945 w 344040"/>
              <a:gd name="connsiteY28" fmla="*/ 55617 h 431339"/>
              <a:gd name="connsiteX29" fmla="*/ 246990 w 344040"/>
              <a:gd name="connsiteY29" fmla="*/ 123319 h 431339"/>
              <a:gd name="connsiteX30" fmla="*/ 144322 w 344040"/>
              <a:gd name="connsiteY30" fmla="*/ 134731 h 431339"/>
              <a:gd name="connsiteX31" fmla="*/ 127210 w 344040"/>
              <a:gd name="connsiteY31" fmla="*/ 83397 h 431339"/>
              <a:gd name="connsiteX32" fmla="*/ 167133 w 344040"/>
              <a:gd name="connsiteY32" fmla="*/ 20651 h 431339"/>
              <a:gd name="connsiteX33" fmla="*/ 214704 w 344040"/>
              <a:gd name="connsiteY33" fmla="*/ 190 h 431339"/>
              <a:gd name="connsiteX34" fmla="*/ 235579 w 344040"/>
              <a:gd name="connsiteY34" fmla="*/ 3540 h 431339"/>
              <a:gd name="connsiteX35" fmla="*/ 265945 w 344040"/>
              <a:gd name="connsiteY35" fmla="*/ 55617 h 431339"/>
              <a:gd name="connsiteX36" fmla="*/ 343679 w 344040"/>
              <a:gd name="connsiteY36" fmla="*/ 139956 h 431339"/>
              <a:gd name="connsiteX37" fmla="*/ 312227 w 344040"/>
              <a:gd name="connsiteY37" fmla="*/ 199636 h 431339"/>
              <a:gd name="connsiteX38" fmla="*/ 244615 w 344040"/>
              <a:gd name="connsiteY38" fmla="*/ 180483 h 431339"/>
              <a:gd name="connsiteX39" fmla="*/ 244615 w 344040"/>
              <a:gd name="connsiteY39" fmla="*/ 180471 h 431339"/>
              <a:gd name="connsiteX40" fmla="*/ 283255 w 344040"/>
              <a:gd name="connsiteY40" fmla="*/ 122998 h 431339"/>
              <a:gd name="connsiteX41" fmla="*/ 310425 w 344040"/>
              <a:gd name="connsiteY41" fmla="*/ 115732 h 431339"/>
              <a:gd name="connsiteX42" fmla="*/ 336375 w 344040"/>
              <a:gd name="connsiteY42" fmla="*/ 122998 h 431339"/>
              <a:gd name="connsiteX43" fmla="*/ 343679 w 344040"/>
              <a:gd name="connsiteY43" fmla="*/ 139956 h 431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344040" h="431339">
                <a:moveTo>
                  <a:pt x="83325" y="395342"/>
                </a:moveTo>
                <a:cubicBezTo>
                  <a:pt x="81975" y="400217"/>
                  <a:pt x="78789" y="405003"/>
                  <a:pt x="74002" y="407288"/>
                </a:cubicBezTo>
                <a:cubicBezTo>
                  <a:pt x="66341" y="410943"/>
                  <a:pt x="55034" y="407983"/>
                  <a:pt x="52626" y="401182"/>
                </a:cubicBezTo>
                <a:cubicBezTo>
                  <a:pt x="50153" y="394196"/>
                  <a:pt x="58074" y="386032"/>
                  <a:pt x="64842" y="382861"/>
                </a:cubicBezTo>
                <a:cubicBezTo>
                  <a:pt x="67073" y="381814"/>
                  <a:pt x="70285" y="380793"/>
                  <a:pt x="73432" y="380544"/>
                </a:cubicBezTo>
                <a:cubicBezTo>
                  <a:pt x="76580" y="380294"/>
                  <a:pt x="79663" y="380818"/>
                  <a:pt x="81637" y="382861"/>
                </a:cubicBezTo>
                <a:cubicBezTo>
                  <a:pt x="84192" y="385503"/>
                  <a:pt x="84676" y="390467"/>
                  <a:pt x="83325" y="395342"/>
                </a:cubicBezTo>
                <a:close/>
                <a:moveTo>
                  <a:pt x="118735" y="189141"/>
                </a:moveTo>
                <a:cubicBezTo>
                  <a:pt x="121780" y="213582"/>
                  <a:pt x="108409" y="247409"/>
                  <a:pt x="81587" y="260210"/>
                </a:cubicBezTo>
                <a:cubicBezTo>
                  <a:pt x="52968" y="273867"/>
                  <a:pt x="10724" y="262809"/>
                  <a:pt x="1730" y="237399"/>
                </a:cubicBezTo>
                <a:cubicBezTo>
                  <a:pt x="-7510" y="211304"/>
                  <a:pt x="22082" y="180803"/>
                  <a:pt x="47364" y="168953"/>
                </a:cubicBezTo>
                <a:cubicBezTo>
                  <a:pt x="55701" y="165044"/>
                  <a:pt x="67700" y="161229"/>
                  <a:pt x="79459" y="160299"/>
                </a:cubicBezTo>
                <a:cubicBezTo>
                  <a:pt x="91218" y="159368"/>
                  <a:pt x="102736" y="161322"/>
                  <a:pt x="110109" y="168953"/>
                </a:cubicBezTo>
                <a:cubicBezTo>
                  <a:pt x="114882" y="173889"/>
                  <a:pt x="117721" y="180993"/>
                  <a:pt x="118735" y="189141"/>
                </a:cubicBezTo>
                <a:close/>
                <a:moveTo>
                  <a:pt x="206260" y="391447"/>
                </a:moveTo>
                <a:cubicBezTo>
                  <a:pt x="207492" y="401438"/>
                  <a:pt x="205224" y="412538"/>
                  <a:pt x="198188" y="420276"/>
                </a:cubicBezTo>
                <a:cubicBezTo>
                  <a:pt x="187254" y="432303"/>
                  <a:pt x="165513" y="435427"/>
                  <a:pt x="154470" y="425135"/>
                </a:cubicBezTo>
                <a:cubicBezTo>
                  <a:pt x="146259" y="417480"/>
                  <a:pt x="147051" y="405289"/>
                  <a:pt x="147183" y="403276"/>
                </a:cubicBezTo>
                <a:cubicBezTo>
                  <a:pt x="148185" y="387893"/>
                  <a:pt x="160609" y="379090"/>
                  <a:pt x="164184" y="376557"/>
                </a:cubicBezTo>
                <a:cubicBezTo>
                  <a:pt x="167253" y="374385"/>
                  <a:pt x="182030" y="363916"/>
                  <a:pt x="193329" y="369271"/>
                </a:cubicBezTo>
                <a:cubicBezTo>
                  <a:pt x="200294" y="372572"/>
                  <a:pt x="205027" y="381455"/>
                  <a:pt x="206260" y="391447"/>
                </a:cubicBezTo>
                <a:close/>
                <a:moveTo>
                  <a:pt x="227546" y="242500"/>
                </a:moveTo>
                <a:cubicBezTo>
                  <a:pt x="230125" y="263024"/>
                  <a:pt x="218809" y="291428"/>
                  <a:pt x="196094" y="302176"/>
                </a:cubicBezTo>
                <a:cubicBezTo>
                  <a:pt x="171871" y="313652"/>
                  <a:pt x="136097" y="304358"/>
                  <a:pt x="128482" y="283022"/>
                </a:cubicBezTo>
                <a:cubicBezTo>
                  <a:pt x="120665" y="261120"/>
                  <a:pt x="145722" y="235496"/>
                  <a:pt x="167122" y="225549"/>
                </a:cubicBezTo>
                <a:cubicBezTo>
                  <a:pt x="174181" y="222266"/>
                  <a:pt x="184338" y="219063"/>
                  <a:pt x="194292" y="218283"/>
                </a:cubicBezTo>
                <a:cubicBezTo>
                  <a:pt x="204246" y="217502"/>
                  <a:pt x="213997" y="219143"/>
                  <a:pt x="220242" y="225549"/>
                </a:cubicBezTo>
                <a:cubicBezTo>
                  <a:pt x="224282" y="229693"/>
                  <a:pt x="226686" y="235659"/>
                  <a:pt x="227546" y="242500"/>
                </a:cubicBezTo>
                <a:close/>
                <a:moveTo>
                  <a:pt x="265945" y="55617"/>
                </a:moveTo>
                <a:cubicBezTo>
                  <a:pt x="268839" y="79081"/>
                  <a:pt x="263513" y="105149"/>
                  <a:pt x="246990" y="123319"/>
                </a:cubicBezTo>
                <a:cubicBezTo>
                  <a:pt x="221312" y="151564"/>
                  <a:pt x="170256" y="158901"/>
                  <a:pt x="144322" y="134731"/>
                </a:cubicBezTo>
                <a:cubicBezTo>
                  <a:pt x="125039" y="116753"/>
                  <a:pt x="126900" y="88124"/>
                  <a:pt x="127210" y="83397"/>
                </a:cubicBezTo>
                <a:cubicBezTo>
                  <a:pt x="129563" y="47270"/>
                  <a:pt x="158738" y="26597"/>
                  <a:pt x="167133" y="20651"/>
                </a:cubicBezTo>
                <a:cubicBezTo>
                  <a:pt x="172539" y="16825"/>
                  <a:pt x="193411" y="2039"/>
                  <a:pt x="214704" y="190"/>
                </a:cubicBezTo>
                <a:cubicBezTo>
                  <a:pt x="221801" y="-426"/>
                  <a:pt x="228945" y="395"/>
                  <a:pt x="235579" y="3540"/>
                </a:cubicBezTo>
                <a:cubicBezTo>
                  <a:pt x="251936" y="11293"/>
                  <a:pt x="263051" y="32153"/>
                  <a:pt x="265945" y="55617"/>
                </a:cubicBezTo>
                <a:close/>
                <a:moveTo>
                  <a:pt x="343679" y="139956"/>
                </a:moveTo>
                <a:cubicBezTo>
                  <a:pt x="346258" y="160484"/>
                  <a:pt x="334942" y="188888"/>
                  <a:pt x="312227" y="199636"/>
                </a:cubicBezTo>
                <a:cubicBezTo>
                  <a:pt x="288004" y="211112"/>
                  <a:pt x="252230" y="201818"/>
                  <a:pt x="244615" y="180483"/>
                </a:cubicBezTo>
                <a:lnTo>
                  <a:pt x="244615" y="180471"/>
                </a:lnTo>
                <a:cubicBezTo>
                  <a:pt x="236798" y="158569"/>
                  <a:pt x="261855" y="132945"/>
                  <a:pt x="283255" y="122998"/>
                </a:cubicBezTo>
                <a:cubicBezTo>
                  <a:pt x="290314" y="119715"/>
                  <a:pt x="300471" y="116512"/>
                  <a:pt x="310425" y="115732"/>
                </a:cubicBezTo>
                <a:cubicBezTo>
                  <a:pt x="320379" y="114951"/>
                  <a:pt x="330130" y="116592"/>
                  <a:pt x="336375" y="122998"/>
                </a:cubicBezTo>
                <a:cubicBezTo>
                  <a:pt x="340415" y="127145"/>
                  <a:pt x="342819" y="133113"/>
                  <a:pt x="343679" y="139956"/>
                </a:cubicBezTo>
                <a:close/>
              </a:path>
            </a:pathLst>
          </a:custGeom>
          <a:solidFill>
            <a:schemeClr val="accent5"/>
          </a:solidFill>
          <a:ln w="171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53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54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55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5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57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5" name="KSO_TEMPLATE" hidden="1"/>
          <p:cNvSpPr/>
          <p:nvPr userDrawn="1">
            <p:custDataLst>
              <p:tags r:id="rId5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168" y="5231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168" y="19836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9.xml"/><Relationship Id="rId4" Type="http://schemas.openxmlformats.org/officeDocument/2006/relationships/tags" Target="../tags/tag448.xml"/><Relationship Id="rId3" Type="http://schemas.openxmlformats.org/officeDocument/2006/relationships/tags" Target="../tags/tag447.xml"/><Relationship Id="rId2" Type="http://schemas.openxmlformats.org/officeDocument/2006/relationships/tags" Target="../tags/tag446.xml"/><Relationship Id="rId1" Type="http://schemas.openxmlformats.org/officeDocument/2006/relationships/tags" Target="../tags/tag445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451.xml"/><Relationship Id="rId2" Type="http://schemas.openxmlformats.org/officeDocument/2006/relationships/tags" Target="../tags/tag450.xml"/><Relationship Id="rId1" Type="http://schemas.openxmlformats.org/officeDocument/2006/relationships/tags" Target="../tags/tag449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460.xml"/><Relationship Id="rId8" Type="http://schemas.openxmlformats.org/officeDocument/2006/relationships/tags" Target="../tags/tag459.xml"/><Relationship Id="rId7" Type="http://schemas.openxmlformats.org/officeDocument/2006/relationships/tags" Target="../tags/tag458.xml"/><Relationship Id="rId6" Type="http://schemas.openxmlformats.org/officeDocument/2006/relationships/tags" Target="../tags/tag457.xml"/><Relationship Id="rId5" Type="http://schemas.openxmlformats.org/officeDocument/2006/relationships/tags" Target="../tags/tag456.xml"/><Relationship Id="rId4" Type="http://schemas.openxmlformats.org/officeDocument/2006/relationships/tags" Target="../tags/tag455.xml"/><Relationship Id="rId3" Type="http://schemas.openxmlformats.org/officeDocument/2006/relationships/tags" Target="../tags/tag454.xml"/><Relationship Id="rId2" Type="http://schemas.openxmlformats.org/officeDocument/2006/relationships/tags" Target="../tags/tag453.xml"/><Relationship Id="rId12" Type="http://schemas.openxmlformats.org/officeDocument/2006/relationships/slideLayout" Target="../slideLayouts/slideLayout14.xml"/><Relationship Id="rId11" Type="http://schemas.openxmlformats.org/officeDocument/2006/relationships/tags" Target="../tags/tag462.xml"/><Relationship Id="rId10" Type="http://schemas.openxmlformats.org/officeDocument/2006/relationships/tags" Target="../tags/tag461.xml"/><Relationship Id="rId1" Type="http://schemas.openxmlformats.org/officeDocument/2006/relationships/tags" Target="../tags/tag45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.xml"/><Relationship Id="rId8" Type="http://schemas.openxmlformats.org/officeDocument/2006/relationships/tags" Target="../tags/tag470.xml"/><Relationship Id="rId7" Type="http://schemas.openxmlformats.org/officeDocument/2006/relationships/tags" Target="../tags/tag469.xml"/><Relationship Id="rId6" Type="http://schemas.openxmlformats.org/officeDocument/2006/relationships/tags" Target="../tags/tag468.xml"/><Relationship Id="rId5" Type="http://schemas.openxmlformats.org/officeDocument/2006/relationships/tags" Target="../tags/tag467.xml"/><Relationship Id="rId4" Type="http://schemas.openxmlformats.org/officeDocument/2006/relationships/tags" Target="../tags/tag466.xml"/><Relationship Id="rId3" Type="http://schemas.openxmlformats.org/officeDocument/2006/relationships/tags" Target="../tags/tag465.xml"/><Relationship Id="rId2" Type="http://schemas.openxmlformats.org/officeDocument/2006/relationships/tags" Target="../tags/tag464.xml"/><Relationship Id="rId1" Type="http://schemas.openxmlformats.org/officeDocument/2006/relationships/tags" Target="../tags/tag463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473.xml"/><Relationship Id="rId2" Type="http://schemas.openxmlformats.org/officeDocument/2006/relationships/tags" Target="../tags/tag472.xml"/><Relationship Id="rId1" Type="http://schemas.openxmlformats.org/officeDocument/2006/relationships/tags" Target="../tags/tag47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482.xml"/><Relationship Id="rId8" Type="http://schemas.openxmlformats.org/officeDocument/2006/relationships/tags" Target="../tags/tag481.xml"/><Relationship Id="rId7" Type="http://schemas.openxmlformats.org/officeDocument/2006/relationships/tags" Target="../tags/tag480.xml"/><Relationship Id="rId6" Type="http://schemas.openxmlformats.org/officeDocument/2006/relationships/tags" Target="../tags/tag479.xml"/><Relationship Id="rId5" Type="http://schemas.openxmlformats.org/officeDocument/2006/relationships/tags" Target="../tags/tag478.xml"/><Relationship Id="rId4" Type="http://schemas.openxmlformats.org/officeDocument/2006/relationships/tags" Target="../tags/tag477.xml"/><Relationship Id="rId3" Type="http://schemas.openxmlformats.org/officeDocument/2006/relationships/tags" Target="../tags/tag476.xml"/><Relationship Id="rId2" Type="http://schemas.openxmlformats.org/officeDocument/2006/relationships/tags" Target="../tags/tag475.xml"/><Relationship Id="rId19" Type="http://schemas.openxmlformats.org/officeDocument/2006/relationships/slideLayout" Target="../slideLayouts/slideLayout16.xml"/><Relationship Id="rId18" Type="http://schemas.openxmlformats.org/officeDocument/2006/relationships/tags" Target="../tags/tag491.xml"/><Relationship Id="rId17" Type="http://schemas.openxmlformats.org/officeDocument/2006/relationships/tags" Target="../tags/tag490.xml"/><Relationship Id="rId16" Type="http://schemas.openxmlformats.org/officeDocument/2006/relationships/tags" Target="../tags/tag489.xml"/><Relationship Id="rId15" Type="http://schemas.openxmlformats.org/officeDocument/2006/relationships/tags" Target="../tags/tag488.xml"/><Relationship Id="rId14" Type="http://schemas.openxmlformats.org/officeDocument/2006/relationships/tags" Target="../tags/tag487.xml"/><Relationship Id="rId13" Type="http://schemas.openxmlformats.org/officeDocument/2006/relationships/tags" Target="../tags/tag486.xml"/><Relationship Id="rId12" Type="http://schemas.openxmlformats.org/officeDocument/2006/relationships/tags" Target="../tags/tag485.xml"/><Relationship Id="rId11" Type="http://schemas.openxmlformats.org/officeDocument/2006/relationships/tags" Target="../tags/tag484.xml"/><Relationship Id="rId10" Type="http://schemas.openxmlformats.org/officeDocument/2006/relationships/tags" Target="../tags/tag483.xml"/><Relationship Id="rId1" Type="http://schemas.openxmlformats.org/officeDocument/2006/relationships/tags" Target="../tags/tag474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494.xml"/><Relationship Id="rId2" Type="http://schemas.openxmlformats.org/officeDocument/2006/relationships/tags" Target="../tags/tag493.xml"/><Relationship Id="rId1" Type="http://schemas.openxmlformats.org/officeDocument/2006/relationships/tags" Target="../tags/tag492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503.xml"/><Relationship Id="rId8" Type="http://schemas.openxmlformats.org/officeDocument/2006/relationships/tags" Target="../tags/tag502.xml"/><Relationship Id="rId7" Type="http://schemas.openxmlformats.org/officeDocument/2006/relationships/tags" Target="../tags/tag501.xml"/><Relationship Id="rId6" Type="http://schemas.openxmlformats.org/officeDocument/2006/relationships/tags" Target="../tags/tag500.xml"/><Relationship Id="rId5" Type="http://schemas.openxmlformats.org/officeDocument/2006/relationships/tags" Target="../tags/tag499.xml"/><Relationship Id="rId4" Type="http://schemas.openxmlformats.org/officeDocument/2006/relationships/tags" Target="../tags/tag498.xml"/><Relationship Id="rId3" Type="http://schemas.openxmlformats.org/officeDocument/2006/relationships/tags" Target="../tags/tag497.xml"/><Relationship Id="rId2" Type="http://schemas.openxmlformats.org/officeDocument/2006/relationships/tags" Target="../tags/tag496.xml"/><Relationship Id="rId15" Type="http://schemas.openxmlformats.org/officeDocument/2006/relationships/slideLayout" Target="../slideLayouts/slideLayout17.xml"/><Relationship Id="rId14" Type="http://schemas.openxmlformats.org/officeDocument/2006/relationships/tags" Target="../tags/tag508.xml"/><Relationship Id="rId13" Type="http://schemas.openxmlformats.org/officeDocument/2006/relationships/tags" Target="../tags/tag507.xml"/><Relationship Id="rId12" Type="http://schemas.openxmlformats.org/officeDocument/2006/relationships/tags" Target="../tags/tag506.xml"/><Relationship Id="rId11" Type="http://schemas.openxmlformats.org/officeDocument/2006/relationships/tags" Target="../tags/tag505.xml"/><Relationship Id="rId10" Type="http://schemas.openxmlformats.org/officeDocument/2006/relationships/tags" Target="../tags/tag504.xml"/><Relationship Id="rId1" Type="http://schemas.openxmlformats.org/officeDocument/2006/relationships/tags" Target="../tags/tag495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511.xml"/><Relationship Id="rId2" Type="http://schemas.openxmlformats.org/officeDocument/2006/relationships/tags" Target="../tags/tag510.xml"/><Relationship Id="rId1" Type="http://schemas.openxmlformats.org/officeDocument/2006/relationships/tags" Target="../tags/tag509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520.xml"/><Relationship Id="rId8" Type="http://schemas.openxmlformats.org/officeDocument/2006/relationships/tags" Target="../tags/tag519.xml"/><Relationship Id="rId7" Type="http://schemas.openxmlformats.org/officeDocument/2006/relationships/tags" Target="../tags/tag518.xml"/><Relationship Id="rId6" Type="http://schemas.openxmlformats.org/officeDocument/2006/relationships/tags" Target="../tags/tag517.xml"/><Relationship Id="rId5" Type="http://schemas.openxmlformats.org/officeDocument/2006/relationships/tags" Target="../tags/tag516.xml"/><Relationship Id="rId4" Type="http://schemas.openxmlformats.org/officeDocument/2006/relationships/tags" Target="../tags/tag515.xml"/><Relationship Id="rId3" Type="http://schemas.openxmlformats.org/officeDocument/2006/relationships/tags" Target="../tags/tag514.xml"/><Relationship Id="rId2" Type="http://schemas.openxmlformats.org/officeDocument/2006/relationships/tags" Target="../tags/tag513.xml"/><Relationship Id="rId12" Type="http://schemas.openxmlformats.org/officeDocument/2006/relationships/slideLayout" Target="../slideLayouts/slideLayout18.xml"/><Relationship Id="rId11" Type="http://schemas.openxmlformats.org/officeDocument/2006/relationships/tags" Target="../tags/tag522.xml"/><Relationship Id="rId10" Type="http://schemas.openxmlformats.org/officeDocument/2006/relationships/tags" Target="../tags/tag521.xml"/><Relationship Id="rId1" Type="http://schemas.openxmlformats.org/officeDocument/2006/relationships/tags" Target="../tags/tag512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1.jpeg"/><Relationship Id="rId8" Type="http://schemas.openxmlformats.org/officeDocument/2006/relationships/tags" Target="../tags/tag529.xml"/><Relationship Id="rId7" Type="http://schemas.openxmlformats.org/officeDocument/2006/relationships/tags" Target="../tags/tag528.xml"/><Relationship Id="rId6" Type="http://schemas.openxmlformats.org/officeDocument/2006/relationships/tags" Target="../tags/tag527.xml"/><Relationship Id="rId5" Type="http://schemas.openxmlformats.org/officeDocument/2006/relationships/tags" Target="../tags/tag526.xml"/><Relationship Id="rId4" Type="http://schemas.openxmlformats.org/officeDocument/2006/relationships/image" Target="../media/image40.jpeg"/><Relationship Id="rId3" Type="http://schemas.openxmlformats.org/officeDocument/2006/relationships/tags" Target="../tags/tag525.xml"/><Relationship Id="rId2" Type="http://schemas.openxmlformats.org/officeDocument/2006/relationships/tags" Target="../tags/tag524.xml"/><Relationship Id="rId18" Type="http://schemas.openxmlformats.org/officeDocument/2006/relationships/slideLayout" Target="../slideLayouts/slideLayout19.xml"/><Relationship Id="rId17" Type="http://schemas.openxmlformats.org/officeDocument/2006/relationships/tags" Target="../tags/tag536.xml"/><Relationship Id="rId16" Type="http://schemas.openxmlformats.org/officeDocument/2006/relationships/tags" Target="../tags/tag535.xml"/><Relationship Id="rId15" Type="http://schemas.openxmlformats.org/officeDocument/2006/relationships/tags" Target="../tags/tag534.xml"/><Relationship Id="rId14" Type="http://schemas.openxmlformats.org/officeDocument/2006/relationships/image" Target="../media/image42.jpeg"/><Relationship Id="rId13" Type="http://schemas.openxmlformats.org/officeDocument/2006/relationships/tags" Target="../tags/tag533.xml"/><Relationship Id="rId12" Type="http://schemas.openxmlformats.org/officeDocument/2006/relationships/tags" Target="../tags/tag532.xml"/><Relationship Id="rId11" Type="http://schemas.openxmlformats.org/officeDocument/2006/relationships/tags" Target="../tags/tag531.xml"/><Relationship Id="rId10" Type="http://schemas.openxmlformats.org/officeDocument/2006/relationships/tags" Target="../tags/tag530.xml"/><Relationship Id="rId1" Type="http://schemas.openxmlformats.org/officeDocument/2006/relationships/tags" Target="../tags/tag523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544.xml"/><Relationship Id="rId8" Type="http://schemas.openxmlformats.org/officeDocument/2006/relationships/tags" Target="../tags/tag543.xml"/><Relationship Id="rId7" Type="http://schemas.openxmlformats.org/officeDocument/2006/relationships/tags" Target="../tags/tag542.xml"/><Relationship Id="rId6" Type="http://schemas.openxmlformats.org/officeDocument/2006/relationships/tags" Target="../tags/tag541.xml"/><Relationship Id="rId5" Type="http://schemas.openxmlformats.org/officeDocument/2006/relationships/tags" Target="../tags/tag540.xml"/><Relationship Id="rId4" Type="http://schemas.openxmlformats.org/officeDocument/2006/relationships/tags" Target="../tags/tag539.xml"/><Relationship Id="rId3" Type="http://schemas.openxmlformats.org/officeDocument/2006/relationships/image" Target="../media/image43.jpeg"/><Relationship Id="rId2" Type="http://schemas.openxmlformats.org/officeDocument/2006/relationships/tags" Target="../tags/tag538.xml"/><Relationship Id="rId11" Type="http://schemas.openxmlformats.org/officeDocument/2006/relationships/slideLayout" Target="../slideLayouts/slideLayout20.xml"/><Relationship Id="rId10" Type="http://schemas.openxmlformats.org/officeDocument/2006/relationships/tags" Target="../tags/tag545.xml"/><Relationship Id="rId1" Type="http://schemas.openxmlformats.org/officeDocument/2006/relationships/tags" Target="../tags/tag537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552.xml"/><Relationship Id="rId8" Type="http://schemas.openxmlformats.org/officeDocument/2006/relationships/tags" Target="../tags/tag551.xml"/><Relationship Id="rId7" Type="http://schemas.openxmlformats.org/officeDocument/2006/relationships/image" Target="../media/image45.jpeg"/><Relationship Id="rId6" Type="http://schemas.openxmlformats.org/officeDocument/2006/relationships/tags" Target="../tags/tag550.xml"/><Relationship Id="rId5" Type="http://schemas.openxmlformats.org/officeDocument/2006/relationships/tags" Target="../tags/tag549.xml"/><Relationship Id="rId4" Type="http://schemas.openxmlformats.org/officeDocument/2006/relationships/tags" Target="../tags/tag548.xml"/><Relationship Id="rId3" Type="http://schemas.openxmlformats.org/officeDocument/2006/relationships/image" Target="../media/image44.jpeg"/><Relationship Id="rId2" Type="http://schemas.openxmlformats.org/officeDocument/2006/relationships/tags" Target="../tags/tag547.xml"/><Relationship Id="rId15" Type="http://schemas.openxmlformats.org/officeDocument/2006/relationships/slideLayout" Target="../slideLayouts/slideLayout21.xml"/><Relationship Id="rId14" Type="http://schemas.openxmlformats.org/officeDocument/2006/relationships/tags" Target="../tags/tag556.xml"/><Relationship Id="rId13" Type="http://schemas.openxmlformats.org/officeDocument/2006/relationships/tags" Target="../tags/tag555.xml"/><Relationship Id="rId12" Type="http://schemas.openxmlformats.org/officeDocument/2006/relationships/tags" Target="../tags/tag554.xml"/><Relationship Id="rId11" Type="http://schemas.openxmlformats.org/officeDocument/2006/relationships/image" Target="../media/image46.jpeg"/><Relationship Id="rId10" Type="http://schemas.openxmlformats.org/officeDocument/2006/relationships/tags" Target="../tags/tag553.xml"/><Relationship Id="rId1" Type="http://schemas.openxmlformats.org/officeDocument/2006/relationships/tags" Target="../tags/tag546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564.xml"/><Relationship Id="rId8" Type="http://schemas.openxmlformats.org/officeDocument/2006/relationships/tags" Target="../tags/tag563.xml"/><Relationship Id="rId7" Type="http://schemas.openxmlformats.org/officeDocument/2006/relationships/tags" Target="../tags/tag562.xml"/><Relationship Id="rId6" Type="http://schemas.openxmlformats.org/officeDocument/2006/relationships/tags" Target="../tags/tag561.xml"/><Relationship Id="rId5" Type="http://schemas.openxmlformats.org/officeDocument/2006/relationships/tags" Target="../tags/tag560.xml"/><Relationship Id="rId4" Type="http://schemas.openxmlformats.org/officeDocument/2006/relationships/tags" Target="../tags/tag559.xml"/><Relationship Id="rId3" Type="http://schemas.openxmlformats.org/officeDocument/2006/relationships/image" Target="../media/image47.jpeg"/><Relationship Id="rId2" Type="http://schemas.openxmlformats.org/officeDocument/2006/relationships/tags" Target="../tags/tag558.xml"/><Relationship Id="rId14" Type="http://schemas.openxmlformats.org/officeDocument/2006/relationships/slideLayout" Target="../slideLayouts/slideLayout22.xml"/><Relationship Id="rId13" Type="http://schemas.openxmlformats.org/officeDocument/2006/relationships/tags" Target="../tags/tag568.xml"/><Relationship Id="rId12" Type="http://schemas.openxmlformats.org/officeDocument/2006/relationships/tags" Target="../tags/tag567.xml"/><Relationship Id="rId11" Type="http://schemas.openxmlformats.org/officeDocument/2006/relationships/tags" Target="../tags/tag566.xml"/><Relationship Id="rId10" Type="http://schemas.openxmlformats.org/officeDocument/2006/relationships/tags" Target="../tags/tag565.xml"/><Relationship Id="rId1" Type="http://schemas.openxmlformats.org/officeDocument/2006/relationships/tags" Target="../tags/tag557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571.xml"/><Relationship Id="rId2" Type="http://schemas.openxmlformats.org/officeDocument/2006/relationships/tags" Target="../tags/tag570.xml"/><Relationship Id="rId1" Type="http://schemas.openxmlformats.org/officeDocument/2006/relationships/tags" Target="../tags/tag569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578.xml"/><Relationship Id="rId8" Type="http://schemas.openxmlformats.org/officeDocument/2006/relationships/tags" Target="../tags/tag577.xml"/><Relationship Id="rId7" Type="http://schemas.openxmlformats.org/officeDocument/2006/relationships/image" Target="../media/image49.jpeg"/><Relationship Id="rId6" Type="http://schemas.openxmlformats.org/officeDocument/2006/relationships/tags" Target="../tags/tag576.xml"/><Relationship Id="rId5" Type="http://schemas.openxmlformats.org/officeDocument/2006/relationships/tags" Target="../tags/tag575.xml"/><Relationship Id="rId4" Type="http://schemas.openxmlformats.org/officeDocument/2006/relationships/tags" Target="../tags/tag574.xml"/><Relationship Id="rId3" Type="http://schemas.openxmlformats.org/officeDocument/2006/relationships/image" Target="../media/image48.jpeg"/><Relationship Id="rId2" Type="http://schemas.openxmlformats.org/officeDocument/2006/relationships/tags" Target="../tags/tag573.xml"/><Relationship Id="rId11" Type="http://schemas.openxmlformats.org/officeDocument/2006/relationships/slideLayout" Target="../slideLayouts/slideLayout23.xml"/><Relationship Id="rId10" Type="http://schemas.openxmlformats.org/officeDocument/2006/relationships/tags" Target="../tags/tag579.xml"/><Relationship Id="rId1" Type="http://schemas.openxmlformats.org/officeDocument/2006/relationships/tags" Target="../tags/tag572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586.xml"/><Relationship Id="rId8" Type="http://schemas.openxmlformats.org/officeDocument/2006/relationships/tags" Target="../tags/tag585.xml"/><Relationship Id="rId7" Type="http://schemas.openxmlformats.org/officeDocument/2006/relationships/tags" Target="../tags/tag584.xml"/><Relationship Id="rId6" Type="http://schemas.openxmlformats.org/officeDocument/2006/relationships/tags" Target="../tags/tag583.xml"/><Relationship Id="rId5" Type="http://schemas.openxmlformats.org/officeDocument/2006/relationships/image" Target="../media/image51.svg"/><Relationship Id="rId4" Type="http://schemas.openxmlformats.org/officeDocument/2006/relationships/image" Target="../media/image50.png"/><Relationship Id="rId3" Type="http://schemas.openxmlformats.org/officeDocument/2006/relationships/tags" Target="../tags/tag582.xml"/><Relationship Id="rId21" Type="http://schemas.openxmlformats.org/officeDocument/2006/relationships/slideLayout" Target="../slideLayouts/slideLayout24.xml"/><Relationship Id="rId20" Type="http://schemas.openxmlformats.org/officeDocument/2006/relationships/tags" Target="../tags/tag593.xml"/><Relationship Id="rId2" Type="http://schemas.openxmlformats.org/officeDocument/2006/relationships/tags" Target="../tags/tag581.xml"/><Relationship Id="rId19" Type="http://schemas.openxmlformats.org/officeDocument/2006/relationships/tags" Target="../tags/tag592.xml"/><Relationship Id="rId18" Type="http://schemas.openxmlformats.org/officeDocument/2006/relationships/tags" Target="../tags/tag591.xml"/><Relationship Id="rId17" Type="http://schemas.openxmlformats.org/officeDocument/2006/relationships/image" Target="../media/image55.svg"/><Relationship Id="rId16" Type="http://schemas.openxmlformats.org/officeDocument/2006/relationships/image" Target="../media/image54.png"/><Relationship Id="rId15" Type="http://schemas.openxmlformats.org/officeDocument/2006/relationships/tags" Target="../tags/tag590.xml"/><Relationship Id="rId14" Type="http://schemas.openxmlformats.org/officeDocument/2006/relationships/tags" Target="../tags/tag589.xml"/><Relationship Id="rId13" Type="http://schemas.openxmlformats.org/officeDocument/2006/relationships/tags" Target="../tags/tag588.xml"/><Relationship Id="rId12" Type="http://schemas.openxmlformats.org/officeDocument/2006/relationships/tags" Target="../tags/tag587.xml"/><Relationship Id="rId11" Type="http://schemas.openxmlformats.org/officeDocument/2006/relationships/image" Target="../media/image53.svg"/><Relationship Id="rId10" Type="http://schemas.openxmlformats.org/officeDocument/2006/relationships/image" Target="../media/image52.png"/><Relationship Id="rId1" Type="http://schemas.openxmlformats.org/officeDocument/2006/relationships/tags" Target="../tags/tag580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601.xml"/><Relationship Id="rId8" Type="http://schemas.openxmlformats.org/officeDocument/2006/relationships/tags" Target="../tags/tag600.xml"/><Relationship Id="rId7" Type="http://schemas.openxmlformats.org/officeDocument/2006/relationships/tags" Target="../tags/tag599.xml"/><Relationship Id="rId6" Type="http://schemas.openxmlformats.org/officeDocument/2006/relationships/tags" Target="../tags/tag598.xml"/><Relationship Id="rId5" Type="http://schemas.openxmlformats.org/officeDocument/2006/relationships/tags" Target="../tags/tag597.xml"/><Relationship Id="rId4" Type="http://schemas.openxmlformats.org/officeDocument/2006/relationships/tags" Target="../tags/tag596.xml"/><Relationship Id="rId3" Type="http://schemas.openxmlformats.org/officeDocument/2006/relationships/image" Target="../media/image56.jpeg"/><Relationship Id="rId2" Type="http://schemas.openxmlformats.org/officeDocument/2006/relationships/tags" Target="../tags/tag595.xml"/><Relationship Id="rId11" Type="http://schemas.openxmlformats.org/officeDocument/2006/relationships/slideLayout" Target="../slideLayouts/slideLayout25.xml"/><Relationship Id="rId10" Type="http://schemas.openxmlformats.org/officeDocument/2006/relationships/tags" Target="../tags/tag602.xml"/><Relationship Id="rId1" Type="http://schemas.openxmlformats.org/officeDocument/2006/relationships/tags" Target="../tags/tag594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7" Type="http://schemas.openxmlformats.org/officeDocument/2006/relationships/tags" Target="../tags/tag608.xml"/><Relationship Id="rId6" Type="http://schemas.openxmlformats.org/officeDocument/2006/relationships/tags" Target="../tags/tag607.xml"/><Relationship Id="rId5" Type="http://schemas.openxmlformats.org/officeDocument/2006/relationships/tags" Target="../tags/tag606.xml"/><Relationship Id="rId4" Type="http://schemas.openxmlformats.org/officeDocument/2006/relationships/tags" Target="../tags/tag605.xml"/><Relationship Id="rId3" Type="http://schemas.openxmlformats.org/officeDocument/2006/relationships/image" Target="../media/image57.jpeg"/><Relationship Id="rId2" Type="http://schemas.openxmlformats.org/officeDocument/2006/relationships/tags" Target="../tags/tag604.xml"/><Relationship Id="rId1" Type="http://schemas.openxmlformats.org/officeDocument/2006/relationships/tags" Target="../tags/tag603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611.xml"/><Relationship Id="rId2" Type="http://schemas.openxmlformats.org/officeDocument/2006/relationships/tags" Target="../tags/tag610.xml"/><Relationship Id="rId1" Type="http://schemas.openxmlformats.org/officeDocument/2006/relationships/tags" Target="../tags/tag609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9.jpeg"/><Relationship Id="rId8" Type="http://schemas.openxmlformats.org/officeDocument/2006/relationships/tags" Target="../tags/tag618.xml"/><Relationship Id="rId7" Type="http://schemas.openxmlformats.org/officeDocument/2006/relationships/tags" Target="../tags/tag617.xml"/><Relationship Id="rId6" Type="http://schemas.openxmlformats.org/officeDocument/2006/relationships/tags" Target="../tags/tag616.xml"/><Relationship Id="rId5" Type="http://schemas.openxmlformats.org/officeDocument/2006/relationships/tags" Target="../tags/tag615.xml"/><Relationship Id="rId4" Type="http://schemas.openxmlformats.org/officeDocument/2006/relationships/image" Target="../media/image58.jpeg"/><Relationship Id="rId3" Type="http://schemas.openxmlformats.org/officeDocument/2006/relationships/tags" Target="../tags/tag614.xml"/><Relationship Id="rId2" Type="http://schemas.openxmlformats.org/officeDocument/2006/relationships/tags" Target="../tags/tag613.xml"/><Relationship Id="rId13" Type="http://schemas.openxmlformats.org/officeDocument/2006/relationships/slideLayout" Target="../slideLayouts/slideLayout27.xml"/><Relationship Id="rId12" Type="http://schemas.openxmlformats.org/officeDocument/2006/relationships/tags" Target="../tags/tag621.xml"/><Relationship Id="rId11" Type="http://schemas.openxmlformats.org/officeDocument/2006/relationships/tags" Target="../tags/tag620.xml"/><Relationship Id="rId10" Type="http://schemas.openxmlformats.org/officeDocument/2006/relationships/tags" Target="../tags/tag619.xml"/><Relationship Id="rId1" Type="http://schemas.openxmlformats.org/officeDocument/2006/relationships/tags" Target="../tags/tag612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61.jpeg"/><Relationship Id="rId8" Type="http://schemas.openxmlformats.org/officeDocument/2006/relationships/tags" Target="../tags/tag628.xml"/><Relationship Id="rId7" Type="http://schemas.openxmlformats.org/officeDocument/2006/relationships/tags" Target="../tags/tag627.xml"/><Relationship Id="rId6" Type="http://schemas.openxmlformats.org/officeDocument/2006/relationships/tags" Target="../tags/tag626.xml"/><Relationship Id="rId5" Type="http://schemas.openxmlformats.org/officeDocument/2006/relationships/tags" Target="../tags/tag625.xml"/><Relationship Id="rId4" Type="http://schemas.openxmlformats.org/officeDocument/2006/relationships/image" Target="../media/image60.jpeg"/><Relationship Id="rId3" Type="http://schemas.openxmlformats.org/officeDocument/2006/relationships/tags" Target="../tags/tag624.xml"/><Relationship Id="rId2" Type="http://schemas.openxmlformats.org/officeDocument/2006/relationships/tags" Target="../tags/tag623.xml"/><Relationship Id="rId13" Type="http://schemas.openxmlformats.org/officeDocument/2006/relationships/slideLayout" Target="../slideLayouts/slideLayout28.xml"/><Relationship Id="rId12" Type="http://schemas.openxmlformats.org/officeDocument/2006/relationships/tags" Target="../tags/tag631.xml"/><Relationship Id="rId11" Type="http://schemas.openxmlformats.org/officeDocument/2006/relationships/tags" Target="../tags/tag630.xml"/><Relationship Id="rId10" Type="http://schemas.openxmlformats.org/officeDocument/2006/relationships/tags" Target="../tags/tag629.xml"/><Relationship Id="rId1" Type="http://schemas.openxmlformats.org/officeDocument/2006/relationships/tags" Target="../tags/tag622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638.xml"/><Relationship Id="rId8" Type="http://schemas.openxmlformats.org/officeDocument/2006/relationships/tags" Target="../tags/tag637.xml"/><Relationship Id="rId7" Type="http://schemas.openxmlformats.org/officeDocument/2006/relationships/tags" Target="../tags/tag636.xml"/><Relationship Id="rId6" Type="http://schemas.openxmlformats.org/officeDocument/2006/relationships/tags" Target="../tags/tag635.xml"/><Relationship Id="rId5" Type="http://schemas.openxmlformats.org/officeDocument/2006/relationships/image" Target="../media/image63.svg"/><Relationship Id="rId4" Type="http://schemas.openxmlformats.org/officeDocument/2006/relationships/image" Target="../media/image62.png"/><Relationship Id="rId3" Type="http://schemas.openxmlformats.org/officeDocument/2006/relationships/tags" Target="../tags/tag634.xml"/><Relationship Id="rId2" Type="http://schemas.openxmlformats.org/officeDocument/2006/relationships/tags" Target="../tags/tag633.xml"/><Relationship Id="rId15" Type="http://schemas.openxmlformats.org/officeDocument/2006/relationships/slideLayout" Target="../slideLayouts/slideLayout29.xml"/><Relationship Id="rId14" Type="http://schemas.openxmlformats.org/officeDocument/2006/relationships/tags" Target="../tags/tag641.xml"/><Relationship Id="rId13" Type="http://schemas.openxmlformats.org/officeDocument/2006/relationships/tags" Target="../tags/tag640.xml"/><Relationship Id="rId12" Type="http://schemas.openxmlformats.org/officeDocument/2006/relationships/tags" Target="../tags/tag639.xml"/><Relationship Id="rId11" Type="http://schemas.openxmlformats.org/officeDocument/2006/relationships/image" Target="../media/image65.svg"/><Relationship Id="rId10" Type="http://schemas.openxmlformats.org/officeDocument/2006/relationships/image" Target="../media/image64.png"/><Relationship Id="rId1" Type="http://schemas.openxmlformats.org/officeDocument/2006/relationships/tags" Target="../tags/tag632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649.xml"/><Relationship Id="rId8" Type="http://schemas.openxmlformats.org/officeDocument/2006/relationships/tags" Target="../tags/tag648.xml"/><Relationship Id="rId7" Type="http://schemas.openxmlformats.org/officeDocument/2006/relationships/tags" Target="../tags/tag647.xml"/><Relationship Id="rId6" Type="http://schemas.openxmlformats.org/officeDocument/2006/relationships/tags" Target="../tags/tag646.xml"/><Relationship Id="rId5" Type="http://schemas.openxmlformats.org/officeDocument/2006/relationships/tags" Target="../tags/tag645.xml"/><Relationship Id="rId4" Type="http://schemas.openxmlformats.org/officeDocument/2006/relationships/tags" Target="../tags/tag644.xml"/><Relationship Id="rId3" Type="http://schemas.openxmlformats.org/officeDocument/2006/relationships/image" Target="../media/image66.jpeg"/><Relationship Id="rId2" Type="http://schemas.openxmlformats.org/officeDocument/2006/relationships/tags" Target="../tags/tag643.xml"/><Relationship Id="rId11" Type="http://schemas.openxmlformats.org/officeDocument/2006/relationships/slideLayout" Target="../slideLayouts/slideLayout30.xml"/><Relationship Id="rId10" Type="http://schemas.openxmlformats.org/officeDocument/2006/relationships/tags" Target="../tags/tag650.xml"/><Relationship Id="rId1" Type="http://schemas.openxmlformats.org/officeDocument/2006/relationships/tags" Target="../tags/tag642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653.xml"/><Relationship Id="rId2" Type="http://schemas.openxmlformats.org/officeDocument/2006/relationships/tags" Target="../tags/tag652.xml"/><Relationship Id="rId1" Type="http://schemas.openxmlformats.org/officeDocument/2006/relationships/tags" Target="../tags/tag651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661.xml"/><Relationship Id="rId8" Type="http://schemas.openxmlformats.org/officeDocument/2006/relationships/tags" Target="../tags/tag660.xml"/><Relationship Id="rId7" Type="http://schemas.openxmlformats.org/officeDocument/2006/relationships/tags" Target="../tags/tag659.xml"/><Relationship Id="rId6" Type="http://schemas.openxmlformats.org/officeDocument/2006/relationships/tags" Target="../tags/tag658.xml"/><Relationship Id="rId5" Type="http://schemas.openxmlformats.org/officeDocument/2006/relationships/tags" Target="../tags/tag657.xml"/><Relationship Id="rId4" Type="http://schemas.openxmlformats.org/officeDocument/2006/relationships/tags" Target="../tags/tag656.xml"/><Relationship Id="rId3" Type="http://schemas.openxmlformats.org/officeDocument/2006/relationships/image" Target="../media/image67.jpeg"/><Relationship Id="rId2" Type="http://schemas.openxmlformats.org/officeDocument/2006/relationships/tags" Target="../tags/tag655.xml"/><Relationship Id="rId14" Type="http://schemas.openxmlformats.org/officeDocument/2006/relationships/slideLayout" Target="../slideLayouts/slideLayout31.xml"/><Relationship Id="rId13" Type="http://schemas.openxmlformats.org/officeDocument/2006/relationships/tags" Target="../tags/tag665.xml"/><Relationship Id="rId12" Type="http://schemas.openxmlformats.org/officeDocument/2006/relationships/tags" Target="../tags/tag664.xml"/><Relationship Id="rId11" Type="http://schemas.openxmlformats.org/officeDocument/2006/relationships/tags" Target="../tags/tag663.xml"/><Relationship Id="rId10" Type="http://schemas.openxmlformats.org/officeDocument/2006/relationships/tags" Target="../tags/tag662.xml"/><Relationship Id="rId1" Type="http://schemas.openxmlformats.org/officeDocument/2006/relationships/tags" Target="../tags/tag654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673.xml"/><Relationship Id="rId8" Type="http://schemas.openxmlformats.org/officeDocument/2006/relationships/tags" Target="../tags/tag672.xml"/><Relationship Id="rId7" Type="http://schemas.openxmlformats.org/officeDocument/2006/relationships/tags" Target="../tags/tag671.xml"/><Relationship Id="rId6" Type="http://schemas.openxmlformats.org/officeDocument/2006/relationships/tags" Target="../tags/tag670.xml"/><Relationship Id="rId5" Type="http://schemas.openxmlformats.org/officeDocument/2006/relationships/tags" Target="../tags/tag669.xml"/><Relationship Id="rId4" Type="http://schemas.openxmlformats.org/officeDocument/2006/relationships/tags" Target="../tags/tag668.xml"/><Relationship Id="rId3" Type="http://schemas.openxmlformats.org/officeDocument/2006/relationships/image" Target="../media/image68.jpeg"/><Relationship Id="rId2" Type="http://schemas.openxmlformats.org/officeDocument/2006/relationships/tags" Target="../tags/tag667.xml"/><Relationship Id="rId17" Type="http://schemas.openxmlformats.org/officeDocument/2006/relationships/slideLayout" Target="../slideLayouts/slideLayout32.xml"/><Relationship Id="rId16" Type="http://schemas.openxmlformats.org/officeDocument/2006/relationships/tags" Target="../tags/tag680.xml"/><Relationship Id="rId15" Type="http://schemas.openxmlformats.org/officeDocument/2006/relationships/tags" Target="../tags/tag679.xml"/><Relationship Id="rId14" Type="http://schemas.openxmlformats.org/officeDocument/2006/relationships/tags" Target="../tags/tag678.xml"/><Relationship Id="rId13" Type="http://schemas.openxmlformats.org/officeDocument/2006/relationships/tags" Target="../tags/tag677.xml"/><Relationship Id="rId12" Type="http://schemas.openxmlformats.org/officeDocument/2006/relationships/tags" Target="../tags/tag676.xml"/><Relationship Id="rId11" Type="http://schemas.openxmlformats.org/officeDocument/2006/relationships/tags" Target="../tags/tag675.xml"/><Relationship Id="rId10" Type="http://schemas.openxmlformats.org/officeDocument/2006/relationships/tags" Target="../tags/tag674.xml"/><Relationship Id="rId1" Type="http://schemas.openxmlformats.org/officeDocument/2006/relationships/tags" Target="../tags/tag666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683.xml"/><Relationship Id="rId2" Type="http://schemas.openxmlformats.org/officeDocument/2006/relationships/tags" Target="../tags/tag682.xml"/><Relationship Id="rId1" Type="http://schemas.openxmlformats.org/officeDocument/2006/relationships/tags" Target="../tags/tag681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tags" Target="../tags/tag692.xml"/><Relationship Id="rId8" Type="http://schemas.openxmlformats.org/officeDocument/2006/relationships/tags" Target="../tags/tag691.xml"/><Relationship Id="rId7" Type="http://schemas.openxmlformats.org/officeDocument/2006/relationships/tags" Target="../tags/tag690.xml"/><Relationship Id="rId6" Type="http://schemas.openxmlformats.org/officeDocument/2006/relationships/tags" Target="../tags/tag689.xml"/><Relationship Id="rId5" Type="http://schemas.openxmlformats.org/officeDocument/2006/relationships/tags" Target="../tags/tag688.xml"/><Relationship Id="rId4" Type="http://schemas.openxmlformats.org/officeDocument/2006/relationships/tags" Target="../tags/tag687.xml"/><Relationship Id="rId3" Type="http://schemas.openxmlformats.org/officeDocument/2006/relationships/tags" Target="../tags/tag686.xml"/><Relationship Id="rId2" Type="http://schemas.openxmlformats.org/officeDocument/2006/relationships/tags" Target="../tags/tag685.xml"/><Relationship Id="rId15" Type="http://schemas.openxmlformats.org/officeDocument/2006/relationships/slideLayout" Target="../slideLayouts/slideLayout33.xml"/><Relationship Id="rId14" Type="http://schemas.openxmlformats.org/officeDocument/2006/relationships/tags" Target="../tags/tag697.xml"/><Relationship Id="rId13" Type="http://schemas.openxmlformats.org/officeDocument/2006/relationships/tags" Target="../tags/tag696.xml"/><Relationship Id="rId12" Type="http://schemas.openxmlformats.org/officeDocument/2006/relationships/tags" Target="../tags/tag695.xml"/><Relationship Id="rId11" Type="http://schemas.openxmlformats.org/officeDocument/2006/relationships/tags" Target="../tags/tag694.xml"/><Relationship Id="rId10" Type="http://schemas.openxmlformats.org/officeDocument/2006/relationships/tags" Target="../tags/tag693.xml"/><Relationship Id="rId1" Type="http://schemas.openxmlformats.org/officeDocument/2006/relationships/tags" Target="../tags/tag684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image" Target="../media/image70.jpeg"/><Relationship Id="rId8" Type="http://schemas.openxmlformats.org/officeDocument/2006/relationships/tags" Target="../tags/tag704.xml"/><Relationship Id="rId7" Type="http://schemas.openxmlformats.org/officeDocument/2006/relationships/tags" Target="../tags/tag703.xml"/><Relationship Id="rId6" Type="http://schemas.openxmlformats.org/officeDocument/2006/relationships/tags" Target="../tags/tag702.xml"/><Relationship Id="rId5" Type="http://schemas.openxmlformats.org/officeDocument/2006/relationships/tags" Target="../tags/tag701.xml"/><Relationship Id="rId4" Type="http://schemas.openxmlformats.org/officeDocument/2006/relationships/image" Target="../media/image69.jpeg"/><Relationship Id="rId3" Type="http://schemas.openxmlformats.org/officeDocument/2006/relationships/tags" Target="../tags/tag700.xml"/><Relationship Id="rId2" Type="http://schemas.openxmlformats.org/officeDocument/2006/relationships/tags" Target="../tags/tag699.xml"/><Relationship Id="rId18" Type="http://schemas.openxmlformats.org/officeDocument/2006/relationships/slideLayout" Target="../slideLayouts/slideLayout34.xml"/><Relationship Id="rId17" Type="http://schemas.openxmlformats.org/officeDocument/2006/relationships/tags" Target="../tags/tag711.xml"/><Relationship Id="rId16" Type="http://schemas.openxmlformats.org/officeDocument/2006/relationships/tags" Target="../tags/tag710.xml"/><Relationship Id="rId15" Type="http://schemas.openxmlformats.org/officeDocument/2006/relationships/tags" Target="../tags/tag709.xml"/><Relationship Id="rId14" Type="http://schemas.openxmlformats.org/officeDocument/2006/relationships/image" Target="../media/image71.jpeg"/><Relationship Id="rId13" Type="http://schemas.openxmlformats.org/officeDocument/2006/relationships/tags" Target="../tags/tag708.xml"/><Relationship Id="rId12" Type="http://schemas.openxmlformats.org/officeDocument/2006/relationships/tags" Target="../tags/tag707.xml"/><Relationship Id="rId11" Type="http://schemas.openxmlformats.org/officeDocument/2006/relationships/tags" Target="../tags/tag706.xml"/><Relationship Id="rId10" Type="http://schemas.openxmlformats.org/officeDocument/2006/relationships/tags" Target="../tags/tag705.xml"/><Relationship Id="rId1" Type="http://schemas.openxmlformats.org/officeDocument/2006/relationships/tags" Target="../tags/tag698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5.svg"/><Relationship Id="rId8" Type="http://schemas.openxmlformats.org/officeDocument/2006/relationships/image" Target="../media/image64.png"/><Relationship Id="rId7" Type="http://schemas.openxmlformats.org/officeDocument/2006/relationships/tags" Target="../tags/tag716.xml"/><Relationship Id="rId6" Type="http://schemas.openxmlformats.org/officeDocument/2006/relationships/tags" Target="../tags/tag715.xml"/><Relationship Id="rId5" Type="http://schemas.openxmlformats.org/officeDocument/2006/relationships/tags" Target="../tags/tag714.xml"/><Relationship Id="rId4" Type="http://schemas.openxmlformats.org/officeDocument/2006/relationships/image" Target="../media/image63.svg"/><Relationship Id="rId3" Type="http://schemas.openxmlformats.org/officeDocument/2006/relationships/image" Target="../media/image62.png"/><Relationship Id="rId2" Type="http://schemas.openxmlformats.org/officeDocument/2006/relationships/tags" Target="../tags/tag713.xml"/><Relationship Id="rId18" Type="http://schemas.openxmlformats.org/officeDocument/2006/relationships/slideLayout" Target="../slideLayouts/slideLayout35.xml"/><Relationship Id="rId17" Type="http://schemas.openxmlformats.org/officeDocument/2006/relationships/tags" Target="../tags/tag722.xml"/><Relationship Id="rId16" Type="http://schemas.openxmlformats.org/officeDocument/2006/relationships/tags" Target="../tags/tag721.xml"/><Relationship Id="rId15" Type="http://schemas.openxmlformats.org/officeDocument/2006/relationships/tags" Target="../tags/tag720.xml"/><Relationship Id="rId14" Type="http://schemas.openxmlformats.org/officeDocument/2006/relationships/image" Target="../media/image73.svg"/><Relationship Id="rId13" Type="http://schemas.openxmlformats.org/officeDocument/2006/relationships/image" Target="../media/image72.png"/><Relationship Id="rId12" Type="http://schemas.openxmlformats.org/officeDocument/2006/relationships/tags" Target="../tags/tag719.xml"/><Relationship Id="rId11" Type="http://schemas.openxmlformats.org/officeDocument/2006/relationships/tags" Target="../tags/tag718.xml"/><Relationship Id="rId10" Type="http://schemas.openxmlformats.org/officeDocument/2006/relationships/tags" Target="../tags/tag717.xml"/><Relationship Id="rId1" Type="http://schemas.openxmlformats.org/officeDocument/2006/relationships/tags" Target="../tags/tag712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tags" Target="../tags/tag725.xml"/><Relationship Id="rId2" Type="http://schemas.openxmlformats.org/officeDocument/2006/relationships/tags" Target="../tags/tag724.xml"/><Relationship Id="rId1" Type="http://schemas.openxmlformats.org/officeDocument/2006/relationships/tags" Target="../tags/tag7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7827585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2025/12/02</a:t>
            </a:r>
            <a:endParaRPr lang="en-US" altLang="en-US"/>
          </a:p>
        </p:txBody>
      </p:sp>
      <p:sp>
        <p:nvSpPr>
          <p:cNvPr id="3" name="标题 2"/>
          <p:cNvSpPr>
            <a:spLocks noGrp="1"/>
          </p:cNvSpPr>
          <p:nvPr>
            <p:ph type="ctrTitle" idx="17826049"/>
            <p:custDataLst>
              <p:tags r:id="rId2"/>
            </p:custDataLst>
          </p:nvPr>
        </p:nvSpPr>
        <p:spPr/>
        <p:txBody>
          <a:bodyPr/>
          <a:p>
            <a:r>
              <a:rPr lang="en-US" altLang="en-US" sz="3900"/>
              <a:t>SIAS: Self-Improving Agentic Systems with Reflective Memory and Streaming Adaptation</a:t>
            </a:r>
            <a:endParaRPr lang="en-US" altLang="en-US" sz="390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8875650"/>
            <p:custDataLst>
              <p:tags r:id="rId3"/>
            </p:custDataLst>
          </p:nvPr>
        </p:nvSpPr>
        <p:spPr/>
        <p:txBody>
          <a:bodyPr/>
          <a:p>
            <a:r>
              <a:rPr lang="en-US" altLang="zh-CN"/>
              <a:t>Shuhao Zhang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7826049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研究背景与动机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782656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01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静态智能体的局限性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8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01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LLM智能体的静态本质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传统LLM智能体无法从新交互中学习，每次会话均从零开始，缺乏持久记忆与技能提升能力，仅依赖冻结权重中的知识与短期上下文[1]。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91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02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9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ReAct与Toolformer的策略局限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90"/>
            <p:custDataLst>
              <p:tags r:id="rId7"/>
            </p:custDataLst>
          </p:nvPr>
        </p:nvSpPr>
        <p:spPr/>
        <p:txBody>
          <a:bodyPr>
            <a:normAutofit lnSpcReduction="10000"/>
          </a:bodyPr>
          <a:p>
            <a:r>
              <a:rPr lang="zh-CN" altLang="en-US"/>
              <a:t>ReAct引入推理+行动循环以减少幻觉并对接工具[2]，Toolformer教会LLM调用外部API克服固有缺陷[3]，但二者均未实现策略更新，无法积累经验以优化长期表现。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94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03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2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缺乏终身学习能力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3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现有"智能体"本质为无状态编排[4]，虽能执行复杂提示或工作流（如LangChain），但无法通过使用过程实现自适应改进，导致错误重复出现且无法修正。</a:t>
            </a:r>
            <a:endParaRPr lang="zh-CN" altLang="en-US"/>
          </a:p>
        </p:txBody>
      </p:sp>
    </p:spTree>
    <p:custDataLst>
      <p:tags r:id="rId1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现有研究的基准证据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静态策略的效率瓶颈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7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基准研究显示，静态智能体存在高延迟与计算浪费问题。例如，ReAct式全步骤规划对长周期任务成本高昂且效果下降[5]，而完全不规划则无法应对复杂任务[5]，静态策略未能找到最优平衡点。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8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工具误用与循环陷阱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9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静态智能体频繁出现工具选择错误或行动循环问题，错误的工具使用或推理缺陷会导致整个工作流失效[6]，且无法通过经验积累优化工具选择策略。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90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性能停滞与经验断层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91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静态智能体在少量试验后性能即进入"规划饱和"平台期[7]，传统评估方法在每次任务后重置智能体状态，导致知识无法延续[7]，凸显对持续学习型智能体的迫切需求。</a:t>
            </a:r>
            <a:endParaRPr lang="zh-CN" altLang="en-US"/>
          </a:p>
        </p:txBody>
      </p:sp>
    </p:spTree>
    <p:custDataLst>
      <p:tags r:id="rId8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7826049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SIAS</a:t>
            </a:r>
            <a:r>
              <a:rPr lang="zh-CN" altLang="en-US"/>
              <a:t>的核心贡献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782656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02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四大创新组件概述</a:t>
            </a:r>
            <a:endParaRPr lang="zh-CN" altLang="en-US"/>
          </a:p>
        </p:txBody>
      </p:sp>
      <p:sp>
        <p:nvSpPr>
          <p:cNvPr id="3" name="装饰  9"/>
          <p:cNvSpPr>
            <a:spLocks noGrp="1"/>
          </p:cNvSpPr>
          <p:nvPr>
            <p:ph type="body" idx="16398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01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rmAutofit/>
          </a:bodyPr>
          <a:p>
            <a:r>
              <a:rPr lang="zh-CN" altLang="en-US" sz="1700"/>
              <a:t>反射记忆规划器：经验驱动的决策中枢</a:t>
            </a:r>
            <a:endParaRPr lang="zh-CN" altLang="en-US" sz="1700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集成持久化记忆存储，通过结构化条目（情境、计划、结果、反思）记录历史交互，支持语义检索与经验复用，解决静态智能体“从零开始”的规划低效问题。</a:t>
            </a:r>
            <a:endParaRPr lang="zh-CN" altLang="en-US"/>
          </a:p>
        </p:txBody>
      </p:sp>
      <p:sp>
        <p:nvSpPr>
          <p:cNvPr id="7" name="装饰  4"/>
          <p:cNvSpPr>
            <a:spLocks noGrp="1"/>
          </p:cNvSpPr>
          <p:nvPr>
            <p:ph type="body" idx="16399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91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02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>
            <a:normAutofit/>
          </a:bodyPr>
          <a:p>
            <a:r>
              <a:rPr lang="zh-CN" altLang="en-US" sz="1700"/>
              <a:t>自适应执行：动态验证与闭环修正</a:t>
            </a:r>
            <a:endParaRPr lang="zh-CN" altLang="en-US" sz="1700"/>
          </a:p>
        </p:txBody>
      </p:sp>
      <p:sp>
        <p:nvSpPr>
          <p:cNvPr id="10" name="文本占位符 9"/>
          <p:cNvSpPr>
            <a:spLocks noGrp="1"/>
          </p:cNvSpPr>
          <p:nvPr>
            <p:ph type="body" idx="16390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引入预执行检查（工具可用性、上下文完整性）与后执行验证（结果正确性、目标对齐）机制，通过“计划-验证-重规划”循环修正错误，避免陷入无效行为循环。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400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4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03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2"/>
            <p:custDataLst>
              <p:tags r:id="rId12"/>
            </p:custDataLst>
          </p:nvPr>
        </p:nvSpPr>
        <p:spPr/>
        <p:txBody>
          <a:bodyPr>
            <a:normAutofit fontScale="70000"/>
          </a:bodyPr>
          <a:p>
            <a:r>
              <a:rPr lang="zh-CN" altLang="en-US"/>
              <a:t>协作专家智能体：分工协同的多角色架构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3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/>
              <a:t>由研究者、编码者、分析师等专项智能体组成，通过共享“黑板”实现信息交互与任务分配，结合协调器角色优化流程，较单智能体方案提升复杂任务成功率达57%。</a:t>
            </a:r>
            <a:endParaRPr lang="zh-CN" altLang="en-US"/>
          </a:p>
        </p:txBody>
      </p:sp>
      <p:sp>
        <p:nvSpPr>
          <p:cNvPr id="15" name="装饰  3"/>
          <p:cNvSpPr>
            <a:spLocks noGrp="1"/>
          </p:cNvSpPr>
          <p:nvPr>
            <p:ph type="body" idx="16401"/>
            <p:custDataLst>
              <p:tags r:id="rId1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7"/>
            <p:custDataLst>
              <p:tags r:id="rId15"/>
            </p:custDataLst>
          </p:nvPr>
        </p:nvSpPr>
        <p:spPr/>
        <p:txBody>
          <a:bodyPr/>
          <a:p>
            <a:r>
              <a:rPr lang="zh-CN" altLang="en-US"/>
              <a:t>04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5"/>
            <p:custDataLst>
              <p:tags r:id="rId16"/>
            </p:custDataLst>
          </p:nvPr>
        </p:nvSpPr>
        <p:spPr/>
        <p:txBody>
          <a:bodyPr>
            <a:normAutofit/>
          </a:bodyPr>
          <a:p>
            <a:r>
              <a:rPr lang="zh-CN" altLang="en-US" sz="1700"/>
              <a:t>流式训练器：持续学习的在线优化引擎</a:t>
            </a:r>
            <a:endParaRPr lang="zh-CN" altLang="en-US" sz="170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6"/>
            <p:custDataLst>
              <p:tags r:id="rId17"/>
            </p:custDataLst>
          </p:nvPr>
        </p:nvSpPr>
        <p:spPr/>
        <p:txBody>
          <a:bodyPr/>
          <a:p>
            <a:r>
              <a:rPr lang="zh-CN" altLang="en-US"/>
              <a:t>基于Streaming Importance Scorer筛选高价值经验，结合PPO强化学习与EWC正则化技术，在动态环境中实现策略迭代与知识保留，避免灾难性遗忘。</a:t>
            </a:r>
            <a:endParaRPr lang="zh-CN" altLang="en-US"/>
          </a:p>
        </p:txBody>
      </p:sp>
    </p:spTree>
    <p:custDataLst>
      <p:tags r:id="rId18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7826049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系统架构：</a:t>
            </a:r>
            <a:r>
              <a:rPr lang="en-US" altLang="zh-CN"/>
              <a:t>SIAS</a:t>
            </a:r>
            <a:r>
              <a:rPr lang="zh-CN" altLang="en-US"/>
              <a:t>流水线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782656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03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整体架构与数据流程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zh-CN" altLang="en-US" sz="2200"/>
              <a:t>系统架构概览</a:t>
            </a:r>
            <a:endParaRPr lang="zh-CN" altLang="en-US" sz="2200"/>
          </a:p>
        </p:txBody>
      </p:sp>
      <p:sp>
        <p:nvSpPr>
          <p:cNvPr id="4" name="装饰  0"/>
          <p:cNvSpPr>
            <a:spLocks noGrp="1"/>
          </p:cNvSpPr>
          <p:nvPr>
            <p:ph type="body" idx="16394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/>
        <p:txBody>
          <a:bodyPr>
            <a:normAutofit/>
          </a:bodyPr>
          <a:p>
            <a:r>
              <a:rPr lang="zh-CN" altLang="en-US" sz="1400"/>
              <a:t>SIAS系统架构包含六大核心模块：反射记忆存储、规划器、验证器、路由器、专家智能体集群及流式训练器，各模块通过数据流闭环实现自改进能力。</a:t>
            </a:r>
            <a:endParaRPr lang="zh-CN" altLang="en-US" sz="1400"/>
          </a:p>
        </p:txBody>
      </p:sp>
      <p:sp>
        <p:nvSpPr>
          <p:cNvPr id="6" name="文本占位符 5"/>
          <p:cNvSpPr>
            <a:spLocks noGrp="1"/>
          </p:cNvSpPr>
          <p:nvPr>
            <p:ph type="body" idx="16388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lang="zh-CN" altLang="en-US" sz="2200"/>
              <a:t>用户查询处理流程</a:t>
            </a:r>
            <a:endParaRPr lang="zh-CN" altLang="en-US" sz="2200"/>
          </a:p>
        </p:txBody>
      </p:sp>
      <p:sp>
        <p:nvSpPr>
          <p:cNvPr id="7" name="装饰  4"/>
          <p:cNvSpPr>
            <a:spLocks noGrp="1"/>
          </p:cNvSpPr>
          <p:nvPr>
            <p:ph type="body" idx="16395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>
            <a:normAutofit/>
          </a:bodyPr>
          <a:p>
            <a:r>
              <a:rPr lang="zh-CN" altLang="en-US" sz="1400"/>
              <a:t>用户查询输入后，规划器调用反射记忆存储的语义搜索API检索相关历史经验，生成初步任务计划，经预执行验证器检查后由路由器分配至对应专家智能体。</a:t>
            </a:r>
            <a:endParaRPr lang="zh-CN" altLang="en-US" sz="1400"/>
          </a:p>
        </p:txBody>
      </p:sp>
      <p:sp>
        <p:nvSpPr>
          <p:cNvPr id="9" name="文本占位符 8"/>
          <p:cNvSpPr>
            <a:spLocks noGrp="1"/>
          </p:cNvSpPr>
          <p:nvPr>
            <p:ph type="body" idx="16390"/>
            <p:custDataLst>
              <p:tags r:id="rId8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专家智能体协作机制</a:t>
            </a:r>
            <a:endParaRPr lang="zh-CN" altLang="en-US"/>
          </a:p>
        </p:txBody>
      </p:sp>
      <p:sp>
        <p:nvSpPr>
          <p:cNvPr id="10" name="装饰  7"/>
          <p:cNvSpPr>
            <a:spLocks noGrp="1"/>
          </p:cNvSpPr>
          <p:nvPr>
            <p:ph type="body" idx="16396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1"/>
            <p:custDataLst>
              <p:tags r:id="rId10"/>
            </p:custDataLst>
          </p:nvPr>
        </p:nvSpPr>
        <p:spPr/>
        <p:txBody>
          <a:bodyPr>
            <a:normAutofit lnSpcReduction="20000"/>
          </a:bodyPr>
          <a:p>
            <a:r>
              <a:rPr lang="zh-CN" altLang="en-US" sz="1400"/>
              <a:t>专家智能体（Researcher、Coder等）通过共享黑板进行信息交互，完成子任务后将结果返回至执行验证器，失败则触发规划器重新规划，形成"规划-执行-验证"闭环。</a:t>
            </a:r>
            <a:endParaRPr lang="zh-CN" altLang="en-US" sz="140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2"/>
            <p:custDataLst>
              <p:tags r:id="rId11"/>
            </p:custDataLst>
          </p:nvPr>
        </p:nvSpPr>
        <p:spPr/>
        <p:txBody>
          <a:bodyPr>
            <a:normAutofit/>
          </a:bodyPr>
          <a:p>
            <a:r>
              <a:rPr lang="zh-CN" altLang="en-US" sz="2200"/>
              <a:t>流式训练数据流转</a:t>
            </a:r>
            <a:endParaRPr lang="zh-CN" altLang="en-US" sz="2200"/>
          </a:p>
        </p:txBody>
      </p:sp>
      <p:sp>
        <p:nvSpPr>
          <p:cNvPr id="13" name="装饰  1"/>
          <p:cNvSpPr>
            <a:spLocks noGrp="1"/>
          </p:cNvSpPr>
          <p:nvPr>
            <p:ph type="body" idx="16397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3"/>
            <p:custDataLst>
              <p:tags r:id="rId13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系统运行中产生的（状态、动作、结果）元组经SSIS评分后存入回放缓冲区，流式训练器采用PPO算法结合EWC正则化进行策略更新，更新后的模型参数同步至规划器与专家智能体。</a:t>
            </a:r>
            <a:endParaRPr lang="zh-CN" altLang="en-US"/>
          </a:p>
        </p:txBody>
      </p:sp>
    </p:spTree>
    <p:custDataLst>
      <p:tags r:id="rId1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7826049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关键组件详解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782656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04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流式重要性评分器（SSIS）</a:t>
            </a:r>
            <a:endParaRPr lang="zh-CN" altLang="en-US"/>
          </a:p>
        </p:txBody>
      </p:sp>
      <p:sp>
        <p:nvSpPr>
          <p:cNvPr id="3" name="装饰  9"/>
          <p:cNvSpPr>
            <a:spLocks noGrp="1"/>
          </p:cNvSpPr>
          <p:nvPr>
            <p:ph type="body" idx="16392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高价值经验优先机制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SSIS通过评估交互的学习价值，优先保留高价值经验，如具有重大影响的新错误或新策略带来的显著成功，舍弃 mundane或冗余实例，避免内存过载。</a:t>
            </a:r>
            <a:endParaRPr lang="zh-CN" altLang="en-US"/>
          </a:p>
        </p:txBody>
      </p:sp>
      <p:sp>
        <p:nvSpPr>
          <p:cNvPr id="6" name="装饰  2"/>
          <p:cNvSpPr>
            <a:spLocks noGrp="1"/>
          </p:cNvSpPr>
          <p:nvPr>
            <p:ph type="body" idx="16393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多维度评分公式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不同于随机或仅基于新近度的采样，SSIS结合奖励改进、惊喜度和相关性进行评分。例如，当行动结果与预期差异大（高惊喜度）或显著提升任务成功率（高奖励增益）时，重要性分数增加。</a:t>
            </a:r>
            <a:endParaRPr lang="zh-CN" altLang="en-US"/>
          </a:p>
        </p:txBody>
      </p:sp>
      <p:sp>
        <p:nvSpPr>
          <p:cNvPr id="9" name="装饰  6"/>
          <p:cNvSpPr>
            <a:spLocks noGrp="1"/>
          </p:cNvSpPr>
          <p:nvPr>
            <p:ph type="body" idx="16394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0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提升样本效率与性能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1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SSIS生成的经验核心集能达到与全量数据相似的训练效果，通过智能筛选避免因过多低价值上下文导致的性能下降。实验表明，SSIS在任务成功率上优于随机保留和基于不确定性的采样方法。</a:t>
            </a:r>
            <a:endParaRPr lang="zh-CN" altLang="en-US"/>
          </a:p>
        </p:txBody>
      </p:sp>
    </p:spTree>
    <p:custDataLst>
      <p:tags r:id="rId1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反射记忆存储：长期智能体记忆</a:t>
            </a:r>
            <a:endParaRPr lang="zh-CN" altLang="en-US"/>
          </a:p>
        </p:txBody>
      </p:sp>
      <p:sp>
        <p:nvSpPr>
          <p:cNvPr id="3" name="装饰  9"/>
          <p:cNvSpPr>
            <a:spLocks noGrp="1"/>
          </p:cNvSpPr>
          <p:nvPr>
            <p:ph type="body" idx="16392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4" name="图片占位符 3" descr="979f3a1d-cf68-11f0-9b20-06f554efb526"/>
          <p:cNvPicPr>
            <a:picLocks noChangeAspect="1"/>
          </p:cNvPicPr>
          <p:nvPr>
            <p:ph type="pic" idx="16393"/>
            <p:custDataLst>
              <p:tags r:id="rId3"/>
            </p:custDataLst>
          </p:nvPr>
        </p:nvPicPr>
        <p:blipFill>
          <a:blip r:embed="rId4"/>
          <a:srcRect l="7996" r="7996"/>
          <a:stretch>
            <a:fillRect/>
          </a:stretch>
        </p:blipFill>
        <p:spPr>
          <a:xfrm>
            <a:off x="6096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 fontScale="80000"/>
          </a:bodyPr>
          <a:p>
            <a:r>
              <a:rPr lang="zh-CN" altLang="en-US"/>
              <a:t>结构化记忆 schema 设计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 fontScale="90000" lnSpcReduction="10000"/>
          </a:bodyPr>
          <a:p>
            <a:r>
              <a:rPr lang="zh-CN" altLang="en-US"/>
              <a:t>记忆以结构化形式存储关键事件，每个条目包含情境（状态/上下文）、智能体的计划或行动、结果以及反思（成功或失败的反馈）。例如编码任务后，记忆可能保存“计划：修复函数X；结果：测试失败；反馈：需处理边缘情况”。</a:t>
            </a:r>
            <a:endParaRPr lang="zh-CN" altLang="en-US"/>
          </a:p>
        </p:txBody>
      </p:sp>
      <p:sp>
        <p:nvSpPr>
          <p:cNvPr id="7" name="装饰  4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8" name="图片占位符 7" descr="979f3ab3-cf68-11f0-9b20-06f554efb526"/>
          <p:cNvPicPr>
            <a:picLocks noChangeAspect="1"/>
          </p:cNvPicPr>
          <p:nvPr>
            <p:ph type="pic" idx="16395"/>
            <p:custDataLst>
              <p:tags r:id="rId8"/>
            </p:custDataLst>
          </p:nvPr>
        </p:nvPicPr>
        <p:blipFill>
          <a:blip r:embed="rId9"/>
          <a:srcRect t="8364" b="8364"/>
          <a:stretch>
            <a:fillRect/>
          </a:stretch>
        </p:blipFill>
        <p:spPr>
          <a:xfrm>
            <a:off x="43688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 sz="1900"/>
              <a:t>语义化查询 API</a:t>
            </a:r>
            <a:endParaRPr lang="zh-CN" altLang="en-US" sz="190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>
            <a:normAutofit lnSpcReduction="10000"/>
          </a:bodyPr>
          <a:p>
            <a:r>
              <a:rPr lang="zh-CN" altLang="en-US" sz="1400"/>
              <a:t>智能体可通过语义搜索（基于嵌入）查询相关过往经验，如“是否遇到过 API 错误相关任务”。记忆条目按内容和元数据（使用的工具、成功/失败标签）索引，支持精准召回。</a:t>
            </a:r>
            <a:endParaRPr lang="zh-CN" altLang="en-US" sz="1400"/>
          </a:p>
        </p:txBody>
      </p:sp>
      <p:sp>
        <p:nvSpPr>
          <p:cNvPr id="11" name="装饰  9"/>
          <p:cNvSpPr>
            <a:spLocks noGrp="1"/>
          </p:cNvSpPr>
          <p:nvPr>
            <p:ph type="body" idx="16396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2" name="图片占位符 11" descr="979f3bc1-cf68-11f0-9b20-06f554efb526"/>
          <p:cNvPicPr>
            <a:picLocks noChangeAspect="1"/>
          </p:cNvPicPr>
          <p:nvPr>
            <p:ph type="pic" idx="16397"/>
            <p:custDataLst>
              <p:tags r:id="rId13"/>
            </p:custDataLst>
          </p:nvPr>
        </p:nvPicPr>
        <p:blipFill>
          <a:blip r:embed="rId14"/>
          <a:srcRect t="5699" b="5699"/>
          <a:stretch>
            <a:fillRect/>
          </a:stretch>
        </p:blipFill>
        <p:spPr>
          <a:xfrm>
            <a:off x="81280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5"/>
            </p:custDataLst>
          </p:nvPr>
        </p:nvSpPr>
        <p:spPr/>
        <p:txBody>
          <a:bodyPr/>
          <a:p>
            <a:r>
              <a:rPr lang="zh-CN" altLang="en-US" sz="1900"/>
              <a:t>持久化与版本控制</a:t>
            </a:r>
            <a:endParaRPr lang="zh-CN" altLang="en-US" sz="190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/>
        <p:txBody>
          <a:bodyPr/>
          <a:p>
            <a:r>
              <a:rPr lang="zh-CN" altLang="en-US" sz="1400"/>
              <a:t>记忆跨会话持久化，是智能体不断增长的知识库，支持快照和恢复功能，可保存和重新加载整个记忆状态，便于进行不同记忆大小对延迟和成功率影响的实验。</a:t>
            </a:r>
            <a:endParaRPr lang="zh-CN" altLang="en-US" sz="1400"/>
          </a:p>
        </p:txBody>
      </p:sp>
    </p:spTree>
    <p:custDataLst>
      <p:tags r:id="rId17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自适应执行器：验证与重规划循环</a:t>
            </a:r>
            <a:endParaRPr lang="zh-CN" altLang="en-US"/>
          </a:p>
        </p:txBody>
      </p:sp>
      <p:pic>
        <p:nvPicPr>
          <p:cNvPr id="3" name="内容占位符 2" descr="97c8260e-cf68-11f0-8b0e-4a5fc2a26b83"/>
          <p:cNvPicPr>
            <a:picLocks noChangeAspect="1"/>
          </p:cNvPicPr>
          <p:nvPr>
            <p:ph idx="16392"/>
            <p:custDataLst>
              <p:tags r:id="rId2"/>
            </p:custDataLst>
          </p:nvPr>
        </p:nvPicPr>
        <p:blipFill>
          <a:blip r:embed="rId3"/>
          <a:srcRect t="7767" b="7767"/>
          <a:stretch>
            <a:fillRect/>
          </a:stretch>
        </p:blipFill>
        <p:spPr>
          <a:xfrm>
            <a:off x="609600" y="1524000"/>
            <a:ext cx="10972800" cy="1879600"/>
          </a:xfrm>
          <a:custGeom>
            <a:avLst/>
            <a:gdLst>
              <a:gd name="connisteX0" fmla="*/ 0 w 10972800"/>
              <a:gd name="connsiteY0" fmla="*/ 203200 h 1879600"/>
              <a:gd name="connisteX1" fmla="*/ 203200 w 10972800"/>
              <a:gd name="connsiteY1" fmla="*/ 0 h 1879600"/>
              <a:gd name="connisteX2" fmla="*/ 10769600 w 10972800"/>
              <a:gd name="connsiteY2" fmla="*/ 0 h 1879600"/>
              <a:gd name="connisteX3" fmla="*/ 10972800 w 10972800"/>
              <a:gd name="connsiteY3" fmla="*/ 203200 h 1879600"/>
              <a:gd name="connisteX4" fmla="*/ 10972800 w 10972800"/>
              <a:gd name="connsiteY4" fmla="*/ 1676400 h 1879600"/>
              <a:gd name="connisteX5" fmla="*/ 10769600 w 10972800"/>
              <a:gd name="connsiteY5" fmla="*/ 1879600 h 1879600"/>
              <a:gd name="connisteX6" fmla="*/ 203200 w 10972800"/>
              <a:gd name="connsiteY6" fmla="*/ 1879600 h 1879600"/>
              <a:gd name="connisteX7" fmla="*/ 0 w 10972800"/>
              <a:gd name="connsiteY7" fmla="*/ 1676400 h 1879600"/>
              <a:gd name="connisteX8" fmla="*/ 0 w 10972800"/>
              <a:gd name="connsiteY8" fmla="*/ 203200 h 187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1879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676400"/>
                </a:lnTo>
                <a:cubicBezTo>
                  <a:pt x="10972800" y="1788624"/>
                  <a:pt x="10881824" y="1879600"/>
                  <a:pt x="10769600" y="1879600"/>
                </a:cubicBezTo>
                <a:lnTo>
                  <a:pt x="203200" y="1879600"/>
                </a:lnTo>
                <a:cubicBezTo>
                  <a:pt x="90976" y="1879600"/>
                  <a:pt x="0" y="1788624"/>
                  <a:pt x="0" y="16764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预执行验证机制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执行每个步骤前进行“健全性检查”，例如计划使用工具X时，若工具不可用或步骤缺少必要上下文，预检查会标记错误并触发即时重规划，防止明显错误执行。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后执行验证机制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工具使用或步骤执行后验证结果，若结果不正确或不理想（如检索信息未回答问题、代码测试失败），智能体不会盲目继续，而是记录失败并修订计划，避免陷入循环。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90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动态重规划树形成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91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执行器可启动重规划流程，规划器结合新反馈（错误原因）生成调整后的计划。任务过程中形成计划→验证→重规划的树状结构，通常1-2次迭代即可解决多数问题，在保证可靠性的同时控制计算开销。</a:t>
            </a:r>
            <a:endParaRPr lang="zh-CN" altLang="en-US"/>
          </a:p>
        </p:txBody>
      </p:sp>
    </p:spTree>
    <p:custDataLst>
      <p:tags r:id="rId10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协作专家与任务路由器</a:t>
            </a:r>
            <a:endParaRPr lang="zh-CN" altLang="en-US"/>
          </a:p>
        </p:txBody>
      </p:sp>
      <p:pic>
        <p:nvPicPr>
          <p:cNvPr id="3" name="内容占位符 2" descr="95b7f47c-cf68-11f0-bb86-9aa5ee03780a"/>
          <p:cNvPicPr>
            <a:picLocks noChangeAspect="1"/>
          </p:cNvPicPr>
          <p:nvPr>
            <p:ph idx="16392"/>
            <p:custDataLst>
              <p:tags r:id="rId2"/>
            </p:custDataLst>
          </p:nvPr>
        </p:nvPicPr>
        <p:blipFill>
          <a:blip r:embed="rId3"/>
          <a:srcRect l="7500" r="7500"/>
          <a:stretch>
            <a:fillRect/>
          </a:stretch>
        </p:blipFill>
        <p:spPr>
          <a:xfrm>
            <a:off x="6096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1828800 h 2032000"/>
              <a:gd name="connisteX5" fmla="*/ 3251200 w 3454400"/>
              <a:gd name="connsiteY5" fmla="*/ 2032000 h 2032000"/>
              <a:gd name="connisteX6" fmla="*/ 203200 w 3454400"/>
              <a:gd name="connsiteY6" fmla="*/ 2032000 h 2032000"/>
              <a:gd name="connisteX7" fmla="*/ 0 w 3454400"/>
              <a:gd name="connsiteY7" fmla="*/ 1828800 h 2032000"/>
              <a:gd name="connisteX8" fmla="*/ 0 w 3454400"/>
              <a:gd name="connsiteY8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1828800"/>
                </a:lnTo>
                <a:cubicBezTo>
                  <a:pt x="3454400" y="1941024"/>
                  <a:pt x="3363424" y="2032000"/>
                  <a:pt x="32512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专家智能体角色分工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SIAS包含专用智能体角色：研究员（擅长信息检索和事实查找）、编码器（专注代码编写与调试）、分析师（精于推理和数据分析）、协调员（监督其他智能体并整合答案），均基于LLM构建并针对特定角色微调或提示。</a:t>
            </a:r>
            <a:endParaRPr lang="zh-CN" altLang="en-US"/>
          </a:p>
        </p:txBody>
      </p:sp>
      <p:pic>
        <p:nvPicPr>
          <p:cNvPr id="6" name="内容占位符 5" descr="95b7f280-cf68-11f0-bb86-9aa5ee03780a"/>
          <p:cNvPicPr>
            <a:picLocks noChangeAspect="1"/>
          </p:cNvPicPr>
          <p:nvPr>
            <p:ph idx="16393"/>
            <p:custDataLst>
              <p:tags r:id="rId6"/>
            </p:custDataLst>
          </p:nvPr>
        </p:nvPicPr>
        <p:blipFill>
          <a:blip r:embed="rId7"/>
          <a:srcRect t="5790" b="5790"/>
          <a:stretch>
            <a:fillRect/>
          </a:stretch>
        </p:blipFill>
        <p:spPr>
          <a:xfrm>
            <a:off x="43688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1828800 h 2032000"/>
              <a:gd name="connisteX5" fmla="*/ 3251200 w 3454400"/>
              <a:gd name="connsiteY5" fmla="*/ 2032000 h 2032000"/>
              <a:gd name="connisteX6" fmla="*/ 203200 w 3454400"/>
              <a:gd name="connsiteY6" fmla="*/ 2032000 h 2032000"/>
              <a:gd name="connisteX7" fmla="*/ 0 w 3454400"/>
              <a:gd name="connsiteY7" fmla="*/ 1828800 h 2032000"/>
              <a:gd name="connisteX8" fmla="*/ 0 w 3454400"/>
              <a:gd name="connsiteY8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1828800"/>
                </a:lnTo>
                <a:cubicBezTo>
                  <a:pt x="3454400" y="1941024"/>
                  <a:pt x="3363424" y="2032000"/>
                  <a:pt x="32512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黑板通信机制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专家通过共享内存“黑板”协作，各智能体可在黑板上写入中间结果或请求，读取其他智能体的贡献，无需严格层级结构，借鉴经典黑板系统设计，支持灵活的自组织问题解决。</a:t>
            </a:r>
            <a:endParaRPr lang="zh-CN" altLang="en-US"/>
          </a:p>
        </p:txBody>
      </p:sp>
      <p:pic>
        <p:nvPicPr>
          <p:cNvPr id="9" name="内容占位符 8" descr="95b7f438-cf68-11f0-bb86-9aa5ee03780a"/>
          <p:cNvPicPr>
            <a:picLocks noChangeAspect="1"/>
          </p:cNvPicPr>
          <p:nvPr>
            <p:ph idx="16394"/>
            <p:custDataLst>
              <p:tags r:id="rId10"/>
            </p:custDataLst>
          </p:nvPr>
        </p:nvPicPr>
        <p:blipFill>
          <a:blip r:embed="rId11"/>
          <a:srcRect l="17500" t="40836" r="19583" b="3649"/>
          <a:stretch>
            <a:fillRect/>
          </a:stretch>
        </p:blipFill>
        <p:spPr>
          <a:xfrm>
            <a:off x="81280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1828800 h 2032000"/>
              <a:gd name="connisteX5" fmla="*/ 3251200 w 3454400"/>
              <a:gd name="connsiteY5" fmla="*/ 2032000 h 2032000"/>
              <a:gd name="connisteX6" fmla="*/ 203200 w 3454400"/>
              <a:gd name="connsiteY6" fmla="*/ 2032000 h 2032000"/>
              <a:gd name="connisteX7" fmla="*/ 0 w 3454400"/>
              <a:gd name="connsiteY7" fmla="*/ 1828800 h 2032000"/>
              <a:gd name="connisteX8" fmla="*/ 0 w 3454400"/>
              <a:gd name="connsiteY8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1828800"/>
                </a:lnTo>
                <a:cubicBezTo>
                  <a:pt x="3454400" y="1941024"/>
                  <a:pt x="3363424" y="2032000"/>
                  <a:pt x="32512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10" name="文本占位符 9"/>
          <p:cNvSpPr>
            <a:spLocks noGrp="1"/>
          </p:cNvSpPr>
          <p:nvPr>
            <p:ph type="body" idx="16390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任务路由与结果合成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1"/>
            <p:custDataLst>
              <p:tags r:id="rId13"/>
            </p:custDataLst>
          </p:nvPr>
        </p:nvSpPr>
        <p:spPr/>
        <p:txBody>
          <a:bodyPr>
            <a:normAutofit lnSpcReduction="20000"/>
          </a:bodyPr>
          <a:p>
            <a:r>
              <a:rPr lang="zh-CN" altLang="en-US"/>
              <a:t>路由器将输入问题分解为子任务并分配给相应专家，如需编码和解释的用户查询，由编码器生成代码、分析师解释结果，协调员或路由器合成最终答案。该分工使复杂多面任务性能提升，部分数据查找任务中较单智能体基线提高达57%。</a:t>
            </a:r>
            <a:endParaRPr lang="zh-CN" altLang="en-US"/>
          </a:p>
        </p:txBody>
      </p:sp>
    </p:spTree>
    <p:custDataLst>
      <p:tags r:id="rId1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流式训练器：持续学习堆栈</a:t>
            </a:r>
            <a:endParaRPr lang="zh-CN" altLang="en-US"/>
          </a:p>
        </p:txBody>
      </p:sp>
      <p:pic>
        <p:nvPicPr>
          <p:cNvPr id="3" name="内容占位符 2" descr="97d6412b-cf68-11f0-ad53-da1ea02a5ce2"/>
          <p:cNvPicPr>
            <a:picLocks noChangeAspect="1"/>
          </p:cNvPicPr>
          <p:nvPr>
            <p:ph idx="16392"/>
            <p:custDataLst>
              <p:tags r:id="rId2"/>
            </p:custDataLst>
          </p:nvPr>
        </p:nvPicPr>
        <p:blipFill>
          <a:blip r:embed="rId3"/>
          <a:srcRect t="3201" b="3201"/>
          <a:stretch>
            <a:fillRect/>
          </a:stretch>
        </p:blipFill>
        <p:spPr>
          <a:xfrm>
            <a:off x="609600" y="609600"/>
            <a:ext cx="10972800" cy="2082800"/>
          </a:xfrm>
          <a:custGeom>
            <a:avLst/>
            <a:gdLst>
              <a:gd name="connisteX0" fmla="*/ 0 w 10972800"/>
              <a:gd name="connsiteY0" fmla="*/ 203200 h 2082800"/>
              <a:gd name="connisteX1" fmla="*/ 203200 w 10972800"/>
              <a:gd name="connsiteY1" fmla="*/ 0 h 2082800"/>
              <a:gd name="connisteX2" fmla="*/ 10769600 w 10972800"/>
              <a:gd name="connsiteY2" fmla="*/ 0 h 2082800"/>
              <a:gd name="connisteX3" fmla="*/ 10972800 w 10972800"/>
              <a:gd name="connsiteY3" fmla="*/ 203200 h 2082800"/>
              <a:gd name="connisteX4" fmla="*/ 10972800 w 10972800"/>
              <a:gd name="connsiteY4" fmla="*/ 1879600 h 2082800"/>
              <a:gd name="connisteX5" fmla="*/ 10769600 w 10972800"/>
              <a:gd name="connsiteY5" fmla="*/ 2082800 h 2082800"/>
              <a:gd name="connisteX6" fmla="*/ 203200 w 10972800"/>
              <a:gd name="connsiteY6" fmla="*/ 2082800 h 2082800"/>
              <a:gd name="connisteX7" fmla="*/ 0 w 10972800"/>
              <a:gd name="connsiteY7" fmla="*/ 1879600 h 2082800"/>
              <a:gd name="connisteX8" fmla="*/ 0 w 10972800"/>
              <a:gd name="connsiteY8" fmla="*/ 20320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082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879600"/>
                </a:lnTo>
                <a:cubicBezTo>
                  <a:pt x="10972800" y="1991824"/>
                  <a:pt x="10881824" y="2082800"/>
                  <a:pt x="107696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装饰  0"/>
          <p:cNvSpPr>
            <a:spLocks noGrp="1"/>
          </p:cNvSpPr>
          <p:nvPr>
            <p:ph type="body" idx="16393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在线重放缓冲区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 sz="1100"/>
              <a:t>智能体运行时，将经验（状态、行动、结果、奖励）存储于重放缓冲区，采用SSIS策略保留滚动窗口内最具信息价值的经验，而非全部数据，防止内存过载。</a:t>
            </a:r>
            <a:endParaRPr lang="zh-CN" altLang="en-US" sz="1100"/>
          </a:p>
        </p:txBody>
      </p:sp>
      <p:sp>
        <p:nvSpPr>
          <p:cNvPr id="7" name="装饰  4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选择性核心集与正则化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>
            <a:normAutofit/>
          </a:bodyPr>
          <a:p>
            <a:r>
              <a:rPr lang="zh-CN" altLang="en-US" sz="1100"/>
              <a:t>为避免遗忘过往技能，训练时使用重要案例的核心集，并应用弹性权重巩固（EWC）。EWC在更新时对模型参数偏离旧任务解决方案的情况施加惩罚，有效缓解持续学习中的灾难性遗忘。</a:t>
            </a:r>
            <a:endParaRPr lang="zh-CN" altLang="en-US" sz="1100"/>
          </a:p>
        </p:txBody>
      </p:sp>
      <p:sp>
        <p:nvSpPr>
          <p:cNvPr id="10" name="装饰  7"/>
          <p:cNvSpPr>
            <a:spLocks noGrp="1"/>
          </p:cNvSpPr>
          <p:nvPr>
            <p:ph type="body" idx="16395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PPO/DPO 策略更新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2"/>
            </p:custDataLst>
          </p:nvPr>
        </p:nvSpPr>
        <p:spPr/>
        <p:txBody>
          <a:bodyPr>
            <a:normAutofit fontScale="70000"/>
          </a:bodyPr>
          <a:p>
            <a:r>
              <a:rPr lang="zh-CN" altLang="en-US"/>
              <a:t>将智能体视为测试时的强化学习者，通过任务成功或中间目标获取奖励信号，定期使用收集的经验进行近端策略优化（PPO）更新策略模型。同时探索直接偏好优化（DPO），利用离线演示或偏好以监督方式微调策略，实现智能体长期性能提升与正向迁移。</a:t>
            </a:r>
            <a:endParaRPr lang="zh-CN" altLang="en-US"/>
          </a:p>
        </p:txBody>
      </p:sp>
    </p:spTree>
    <p:custDataLst>
      <p:tags r:id="rId1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7826049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评估数据集与实验设置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782656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05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评估场景设计</a:t>
            </a:r>
            <a:endParaRPr lang="zh-CN" altLang="en-US"/>
          </a:p>
        </p:txBody>
      </p:sp>
      <p:pic>
        <p:nvPicPr>
          <p:cNvPr id="3" name="图片占位符 2" descr="972a92a8-cf68-11f0-9b20-06f554efb526"/>
          <p:cNvPicPr>
            <a:picLocks noChangeAspect="1"/>
          </p:cNvPicPr>
          <p:nvPr>
            <p:ph type="pic" idx="16390"/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609600" y="20574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Streaming Tool-Arena：持续工具使用任务流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 lnSpcReduction="10000"/>
          </a:bodyPr>
          <a:p>
            <a:r>
              <a:rPr lang="zh-CN" altLang="en-US"/>
              <a:t>构建连续工具使用任务流基准，整合网络问答、计算、代码修复等多样化工具挑战，无重置连续呈现。通过测量任务重复场景下性能提升速度，验证智能体从经验中学习的能力，例如观察其在同类任务中是否随迭代提高效率与成功率。</a:t>
            </a:r>
            <a:endParaRPr lang="zh-CN" altLang="en-US"/>
          </a:p>
        </p:txBody>
      </p:sp>
      <p:pic>
        <p:nvPicPr>
          <p:cNvPr id="6" name="图片占位符 5" descr="972a92d0-cf68-11f0-9b20-06f554efb526"/>
          <p:cNvPicPr>
            <a:picLocks noChangeAspect="1"/>
          </p:cNvPicPr>
          <p:nvPr>
            <p:ph type="pic" idx="16391"/>
            <p:custDataLst>
              <p:tags r:id="rId6"/>
            </p:custDataLst>
          </p:nvPr>
        </p:nvPicPr>
        <p:blipFill>
          <a:blip r:embed="rId7"/>
          <a:srcRect l="26994" t="2917" r="14417" b="17500"/>
          <a:stretch>
            <a:fillRect/>
          </a:stretch>
        </p:blipFill>
        <p:spPr>
          <a:xfrm>
            <a:off x="609600" y="4191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</p:spPr>
      </p:pic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Continual Tool Drop-In：工具动态变化场景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模拟工具集动态演化环境，在任务序列中途引入新工具（如第51轮引入Tool C）并可能淘汰旧工具。评估智能体对新工具的学习整合能力，同时监测其对原有工具技能的保留情况，以此测试真实世界中系统面对工具更新时的适应性与抗遗忘能力。</a:t>
            </a:r>
            <a:endParaRPr lang="zh-CN" altLang="en-US"/>
          </a:p>
        </p:txBody>
      </p:sp>
    </p:spTree>
    <p:custDataLst>
      <p:tags r:id="rId10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模型、硬件与基线设置</a:t>
            </a:r>
            <a:endParaRPr lang="zh-CN" altLang="en-US"/>
          </a:p>
        </p:txBody>
      </p:sp>
      <p:sp>
        <p:nvSpPr>
          <p:cNvPr id="3" name="装饰  9"/>
          <p:cNvSpPr>
            <a:spLocks noGrp="1"/>
          </p:cNvSpPr>
          <p:nvPr>
            <p:ph type="body" idx="16393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5" name="图片占位符 14" descr="7"/>
          <p:cNvPicPr>
            <a:picLocks noChangeAspect="1"/>
          </p:cNvPicPr>
          <p:nvPr>
            <p:ph type="pic" idx="16392"/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28800" y="2159000"/>
            <a:ext cx="812800" cy="812800"/>
          </a:xfrm>
          <a:prstGeom prst="rect">
            <a:avLst/>
          </a:pr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基础模型与硬件配置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7"/>
            </p:custDataLst>
          </p:nvPr>
        </p:nvSpPr>
        <p:spPr/>
        <p:txBody>
          <a:bodyPr>
            <a:normAutofit lnSpcReduction="20000"/>
          </a:bodyPr>
          <a:p>
            <a:r>
              <a:rPr lang="zh-CN" altLang="en-US"/>
              <a:t>SIAS基于预训练LLM构建，包括13B参数LLaMA2模型、7B轻量化变体及GPT-3.5 API基线。实验部署于8×A100 GPU服务器，支持在线推理与动态训练，采用小批量（8）、低学习率（~1e-5）等适配在线学习的超参数设置。</a:t>
            </a:r>
            <a:endParaRPr lang="zh-CN" altLang="en-US"/>
          </a:p>
        </p:txBody>
      </p:sp>
      <p:sp>
        <p:nvSpPr>
          <p:cNvPr id="7" name="装饰  4"/>
          <p:cNvSpPr>
            <a:spLocks noGrp="1"/>
          </p:cNvSpPr>
          <p:nvPr>
            <p:ph type="body" idx="16395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7" name="图片占位符 16" descr="8"/>
          <p:cNvPicPr>
            <a:picLocks noChangeAspect="1"/>
          </p:cNvPicPr>
          <p:nvPr>
            <p:ph type="pic" idx="16394"/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89600" y="2159000"/>
            <a:ext cx="812800" cy="812800"/>
          </a:xfrm>
          <a:prstGeom prst="rect">
            <a:avLst/>
          </a:pr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静态智能体基线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/>
              <a:t>选取ReAct风格思维链智能体作为对照，具备工具使用能力但无记忆与学习模块，任务间状态完全重置。用于验证记忆与持续学习模块对性能的提升效果，凸显SIAS在经验积累方面的核心优势。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7"/>
            <p:custDataLst>
              <p:tags r:id="rId1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6" name="图片占位符 15" descr="9"/>
          <p:cNvPicPr>
            <a:picLocks noChangeAspect="1"/>
          </p:cNvPicPr>
          <p:nvPr>
            <p:ph type="pic" idx="16396"/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550400" y="2159000"/>
            <a:ext cx="812800" cy="812800"/>
          </a:xfrm>
          <a:prstGeom prst="rect">
            <a:avLst/>
          </a:pr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8"/>
            </p:custDataLst>
          </p:nvPr>
        </p:nvSpPr>
        <p:spPr/>
        <p:txBody>
          <a:bodyPr/>
          <a:p>
            <a:r>
              <a:rPr lang="zh-CN" altLang="en-US"/>
              <a:t>单智能体消融实验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9"/>
            </p:custDataLst>
          </p:nvPr>
        </p:nvSpPr>
        <p:spPr/>
        <p:txBody>
          <a:bodyPr/>
          <a:p>
            <a:r>
              <a:rPr lang="zh-CN" altLang="en-US"/>
              <a:t>构建无多智能体协作的SIAS变体，由单个LLM顺序执行所有任务。通过对比全系统与该变体的性能差异，量化多智能体分工（Researcher、Coder等角色）对复杂任务处理的增益，揭示协作机制的有效性。</a:t>
            </a:r>
            <a:endParaRPr lang="zh-CN" altLang="en-US"/>
          </a:p>
        </p:txBody>
      </p:sp>
    </p:spTree>
    <p:custDataLst>
      <p:tags r:id="rId20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评估指标定义</a:t>
            </a:r>
            <a:endParaRPr lang="zh-CN" altLang="en-US"/>
          </a:p>
        </p:txBody>
      </p:sp>
      <p:pic>
        <p:nvPicPr>
          <p:cNvPr id="3" name="内容占位符 2" descr="95aa1a72-cf68-11f0-ad53-da1ea02a5ce2"/>
          <p:cNvPicPr>
            <a:picLocks noChangeAspect="1"/>
          </p:cNvPicPr>
          <p:nvPr>
            <p:ph idx="16392"/>
            <p:custDataLst>
              <p:tags r:id="rId2"/>
            </p:custDataLst>
          </p:nvPr>
        </p:nvPicPr>
        <p:blipFill>
          <a:blip r:embed="rId3"/>
          <a:srcRect t="12996" b="13194"/>
          <a:stretch>
            <a:fillRect/>
          </a:stretch>
        </p:blipFill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283200 w 5486400"/>
              <a:gd name="connsiteY2" fmla="*/ 0 h 4724400"/>
              <a:gd name="connisteX3" fmla="*/ 5486400 w 5486400"/>
              <a:gd name="connsiteY3" fmla="*/ 203200 h 4724400"/>
              <a:gd name="connisteX4" fmla="*/ 5486400 w 5486400"/>
              <a:gd name="connsiteY4" fmla="*/ 4521200 h 4724400"/>
              <a:gd name="connisteX5" fmla="*/ 5283200 w 5486400"/>
              <a:gd name="connsiteY5" fmla="*/ 4724400 h 4724400"/>
              <a:gd name="connisteX6" fmla="*/ 203200 w 5486400"/>
              <a:gd name="connsiteY6" fmla="*/ 4724400 h 4724400"/>
              <a:gd name="connisteX7" fmla="*/ 0 w 5486400"/>
              <a:gd name="connsiteY7" fmla="*/ 4521200 h 4724400"/>
              <a:gd name="connisteX8" fmla="*/ 0 w 5486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/>
          <a:p>
            <a:r>
              <a:rPr lang="zh-CN" altLang="en-US" sz="2200"/>
              <a:t>核心性能指标：任务成功率</a:t>
            </a:r>
            <a:endParaRPr lang="zh-CN" altLang="en-US" sz="2200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 fontScale="90000" lnSpcReduction="20000"/>
          </a:bodyPr>
          <a:p>
            <a:r>
              <a:rPr lang="zh-CN" altLang="en-US"/>
              <a:t>衡量智能体完成任务的准确性，即正确解决的任务数占总任务数的百分比。作为首要评估标准，直接反映系统整体效能，例如在Streaming Tool-Arena中SIAS达到90%成功率，而静态基线仅60%。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/>
        <p:txBody>
          <a:bodyPr/>
          <a:p>
            <a:r>
              <a:rPr lang="zh-CN" altLang="en-US" sz="2200"/>
              <a:t>工具使用效率：工具选择准确率</a:t>
            </a:r>
            <a:endParaRPr lang="zh-CN" altLang="en-US" sz="2200"/>
          </a:p>
        </p:txBody>
      </p:sp>
      <p:sp>
        <p:nvSpPr>
          <p:cNvPr id="7" name="文本占位符 6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>
            <a:normAutofit fontScale="90000" lnSpcReduction="20000"/>
          </a:bodyPr>
          <a:p>
            <a:r>
              <a:rPr lang="zh-CN" altLang="en-US"/>
              <a:t>评估智能体匹配任务需求与工具能力的精准度，计算选用合适工具的次数占总工具调用次数的比例。高准确率表明系统能有效利用外部资源，减少因工具误用导致的任务失败，如SSIS组件使工具选择错误率降低30%。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90"/>
            <p:custDataLst>
              <p:tags r:id="rId8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学习与遗忘度量：学习曲线与遗忘指数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91"/>
            <p:custDataLst>
              <p:tags r:id="rId9"/>
            </p:custDataLst>
          </p:nvPr>
        </p:nvSpPr>
        <p:spPr/>
        <p:txBody>
          <a:bodyPr>
            <a:normAutofit fontScale="90000" lnSpcReduction="20000"/>
          </a:bodyPr>
          <a:p>
            <a:r>
              <a:rPr lang="zh-CN" altLang="en-US"/>
              <a:t>学习曲线通过绘制成功率随任务迭代的变化，评估智能体的样本效率；遗忘指数则量化引入新工具后原有工具性能的下降幅度（公式：(初始性能-当前性能)/初始性能）。SIAS在持续学习中遗忘指数&lt;5%，显著优于基线的30%。</a:t>
            </a:r>
            <a:endParaRPr lang="zh-CN" altLang="en-US"/>
          </a:p>
        </p:txBody>
      </p:sp>
    </p:spTree>
    <p:custDataLst>
      <p:tags r:id="rId10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评估指标定义</a:t>
            </a:r>
            <a:endParaRPr lang="zh-CN" altLang="en-US"/>
          </a:p>
        </p:txBody>
      </p:sp>
      <p:pic>
        <p:nvPicPr>
          <p:cNvPr id="3" name="内容占位符 2" descr="958ddb9e-cf68-11f0-b05c-06b936b53ea4"/>
          <p:cNvPicPr>
            <a:picLocks noChangeAspect="1"/>
          </p:cNvPicPr>
          <p:nvPr>
            <p:ph idx="16388"/>
            <p:custDataLst>
              <p:tags r:id="rId2"/>
            </p:custDataLst>
          </p:nvPr>
        </p:nvPicPr>
        <p:blipFill>
          <a:blip r:embed="rId3"/>
          <a:srcRect l="8674" r="4901"/>
          <a:stretch>
            <a:fillRect/>
          </a:stretch>
        </p:blipFill>
        <p:spPr>
          <a:xfrm>
            <a:off x="609600" y="1524000"/>
            <a:ext cx="4038600" cy="4724400"/>
          </a:xfrm>
          <a:custGeom>
            <a:avLst/>
            <a:gdLst>
              <a:gd name="connisteX0" fmla="*/ 0 w 4038600"/>
              <a:gd name="connsiteY0" fmla="*/ 203200 h 4724400"/>
              <a:gd name="connisteX1" fmla="*/ 203200 w 4038600"/>
              <a:gd name="connsiteY1" fmla="*/ 0 h 4724400"/>
              <a:gd name="connisteX2" fmla="*/ 4038600 w 4038600"/>
              <a:gd name="connsiteY2" fmla="*/ 0 h 4724400"/>
              <a:gd name="connisteX3" fmla="*/ 4038600 w 4038600"/>
              <a:gd name="connsiteY3" fmla="*/ 4724400 h 4724400"/>
              <a:gd name="connisteX4" fmla="*/ 203200 w 4038600"/>
              <a:gd name="connsiteY4" fmla="*/ 4724400 h 4724400"/>
              <a:gd name="connisteX5" fmla="*/ 0 w 4038600"/>
              <a:gd name="connsiteY5" fmla="*/ 4521200 h 4724400"/>
              <a:gd name="connisteX6" fmla="*/ 0 w 4038600"/>
              <a:gd name="connsiteY6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40386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4038600" y="0"/>
                </a:lnTo>
                <a:lnTo>
                  <a:pt x="4038600" y="4724400"/>
                </a:ln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装饰  0"/>
          <p:cNvSpPr>
            <a:spLocks noGrp="1"/>
          </p:cNvSpPr>
          <p:nvPr>
            <p:ph type="body" idx="16389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资源消耗指标：解决步骤数与延迟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解决步骤数统计完成任务所需的平均决策步数，反映规划效率；延迟测量每次决策的平均响应时间，评估系统实时性。SIAS通过优化规划减少20%步骤数，但因记忆检索引入约15%的延迟 overhead，体现性能与效率的权衡。</a:t>
            </a:r>
            <a:endParaRPr lang="zh-CN" altLang="en-US"/>
          </a:p>
        </p:txBody>
      </p:sp>
    </p:spTree>
    <p:custDataLst>
      <p:tags r:id="rId7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7826049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实验结果与分析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782656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06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学习效率提升结果</a:t>
            </a:r>
            <a:endParaRPr lang="zh-CN" altLang="en-US"/>
          </a:p>
        </p:txBody>
      </p:sp>
      <p:sp>
        <p:nvSpPr>
          <p:cNvPr id="3" name="装饰  9"/>
          <p:cNvSpPr>
            <a:spLocks noGrp="1"/>
          </p:cNvSpPr>
          <p:nvPr>
            <p:ph type="body" idx="16390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4" name="图片占位符 3" descr="973f5a38-cf68-11f0-8d33-669038404f72"/>
          <p:cNvPicPr>
            <a:picLocks noChangeAspect="1"/>
          </p:cNvPicPr>
          <p:nvPr>
            <p:ph type="pic" idx="16391"/>
            <p:custDataLst>
              <p:tags r:id="rId3"/>
            </p:custDataLst>
          </p:nvPr>
        </p:nvPicPr>
        <p:blipFill>
          <a:blip r:embed="rId4"/>
          <a:srcRect l="4741" r="4741"/>
          <a:stretch>
            <a:fillRect/>
          </a:stretch>
        </p:blipFill>
        <p:spPr>
          <a:xfrm>
            <a:off x="8026400" y="1524000"/>
            <a:ext cx="3556000" cy="2209800"/>
          </a:xfrm>
          <a:custGeom>
            <a:avLst/>
            <a:gdLst>
              <a:gd name="connisteX0" fmla="*/ 0 w 3556000"/>
              <a:gd name="connsiteY0" fmla="*/ 0 h 2209800"/>
              <a:gd name="connisteX1" fmla="*/ 3352800 w 3556000"/>
              <a:gd name="connsiteY1" fmla="*/ 0 h 2209800"/>
              <a:gd name="connisteX2" fmla="*/ 3556000 w 3556000"/>
              <a:gd name="connsiteY2" fmla="*/ 203200 h 2209800"/>
              <a:gd name="connisteX3" fmla="*/ 3556000 w 3556000"/>
              <a:gd name="connsiteY3" fmla="*/ 2006600 h 2209800"/>
              <a:gd name="connisteX4" fmla="*/ 3352800 w 3556000"/>
              <a:gd name="connsiteY4" fmla="*/ 2209800 h 2209800"/>
              <a:gd name="connisteX5" fmla="*/ 0 w 3556000"/>
              <a:gd name="connsiteY5" fmla="*/ 2209800 h 2209800"/>
              <a:gd name="connisteX6" fmla="*/ 0 w 3556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56000" h="2209800">
                <a:moveTo>
                  <a:pt x="0" y="0"/>
                </a:moveTo>
                <a:lnTo>
                  <a:pt x="3352800" y="0"/>
                </a:lnTo>
                <a:cubicBezTo>
                  <a:pt x="3465024" y="0"/>
                  <a:pt x="3556000" y="90976"/>
                  <a:pt x="3556000" y="203200"/>
                </a:cubicBezTo>
                <a:lnTo>
                  <a:pt x="3556000" y="2006600"/>
                </a:lnTo>
                <a:cubicBezTo>
                  <a:pt x="3556000" y="2118824"/>
                  <a:pt x="3465024" y="2209800"/>
                  <a:pt x="3352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Streaming Tool-Arena学习曲线对比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在Streaming Tool-Arena测试中，SIAS与静态基线的学习曲线呈现显著差异。SIAS的成功率先快速攀升，而静态基线增长缓慢且早早进入平台期。</a:t>
            </a:r>
            <a:endParaRPr lang="zh-CN" altLang="en-US"/>
          </a:p>
        </p:txBody>
      </p:sp>
      <p:sp>
        <p:nvSpPr>
          <p:cNvPr id="7" name="装饰  4"/>
          <p:cNvSpPr>
            <a:spLocks noGrp="1"/>
          </p:cNvSpPr>
          <p:nvPr>
            <p:ph type="body" idx="16392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8" name="图片占位符 7" descr="973f5746-cf68-11f0-8d33-669038404f72"/>
          <p:cNvPicPr>
            <a:picLocks noChangeAspect="1"/>
          </p:cNvPicPr>
          <p:nvPr>
            <p:ph type="pic" idx="16393"/>
            <p:custDataLst>
              <p:tags r:id="rId8"/>
            </p:custDataLst>
          </p:nvPr>
        </p:nvPicPr>
        <p:blipFill>
          <a:blip r:embed="rId9"/>
          <a:srcRect t="6389" r="170" b="556"/>
          <a:stretch>
            <a:fillRect/>
          </a:stretch>
        </p:blipFill>
        <p:spPr>
          <a:xfrm>
            <a:off x="609600" y="4038600"/>
            <a:ext cx="3556000" cy="2209800"/>
          </a:xfrm>
          <a:custGeom>
            <a:avLst/>
            <a:gdLst>
              <a:gd name="connisteX0" fmla="*/ 0 w 3556000"/>
              <a:gd name="connsiteY0" fmla="*/ 203200 h 2209800"/>
              <a:gd name="connisteX1" fmla="*/ 203200 w 3556000"/>
              <a:gd name="connsiteY1" fmla="*/ 0 h 2209800"/>
              <a:gd name="connisteX2" fmla="*/ 3556000 w 3556000"/>
              <a:gd name="connsiteY2" fmla="*/ 0 h 2209800"/>
              <a:gd name="connisteX3" fmla="*/ 3556000 w 3556000"/>
              <a:gd name="connsiteY3" fmla="*/ 2209800 h 2209800"/>
              <a:gd name="connisteX4" fmla="*/ 203200 w 3556000"/>
              <a:gd name="connsiteY4" fmla="*/ 2209800 h 2209800"/>
              <a:gd name="connisteX5" fmla="*/ 0 w 3556000"/>
              <a:gd name="connsiteY5" fmla="*/ 2006600 h 2209800"/>
              <a:gd name="connisteX6" fmla="*/ 0 w 3556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56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556000" y="0"/>
                </a:lnTo>
                <a:lnTo>
                  <a:pt x="3556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SIAS样本效率优势数据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SIAS仅需约50个训练回合即可达到90%的任务成功率，展现出高效的学习能力；相比之下，静态基线在100多个回合后成功率仍停留在60%左右，且无法进一步提升。</a:t>
            </a:r>
            <a:endParaRPr lang="zh-CN" altLang="en-US"/>
          </a:p>
        </p:txBody>
      </p:sp>
    </p:spTree>
    <p:custDataLst>
      <p:tags r:id="rId12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经验保留消融实验</a:t>
            </a:r>
            <a:endParaRPr lang="zh-CN" altLang="en-US"/>
          </a:p>
        </p:txBody>
      </p:sp>
      <p:sp>
        <p:nvSpPr>
          <p:cNvPr id="3" name="装饰  9"/>
          <p:cNvSpPr>
            <a:spLocks noGrp="1"/>
          </p:cNvSpPr>
          <p:nvPr>
            <p:ph type="body" idx="16390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4" name="图片占位符 3" descr="97f4a6a8-cf68-11f0-8d33-669038404f72"/>
          <p:cNvPicPr>
            <a:picLocks noChangeAspect="1"/>
          </p:cNvPicPr>
          <p:nvPr>
            <p:ph type="pic" idx="16391"/>
            <p:custDataLst>
              <p:tags r:id="rId3"/>
            </p:custDataLst>
          </p:nvPr>
        </p:nvPicPr>
        <p:blipFill>
          <a:blip r:embed="rId4"/>
          <a:srcRect t="1096" b="1096"/>
          <a:stretch>
            <a:fillRect/>
          </a:stretch>
        </p:blipFill>
        <p:spPr>
          <a:xfrm>
            <a:off x="609600" y="1524000"/>
            <a:ext cx="5334000" cy="2336800"/>
          </a:xfrm>
          <a:custGeom>
            <a:avLst/>
            <a:gdLst>
              <a:gd name="connisteX0" fmla="*/ 0 w 5334000"/>
              <a:gd name="connsiteY0" fmla="*/ 203200 h 2336800"/>
              <a:gd name="connisteX1" fmla="*/ 203200 w 5334000"/>
              <a:gd name="connsiteY1" fmla="*/ 0 h 2336800"/>
              <a:gd name="connisteX2" fmla="*/ 5130800 w 5334000"/>
              <a:gd name="connsiteY2" fmla="*/ 0 h 2336800"/>
              <a:gd name="connisteX3" fmla="*/ 5334000 w 5334000"/>
              <a:gd name="connsiteY3" fmla="*/ 203200 h 2336800"/>
              <a:gd name="connisteX4" fmla="*/ 5334000 w 5334000"/>
              <a:gd name="connsiteY4" fmla="*/ 2336800 h 2336800"/>
              <a:gd name="connisteX5" fmla="*/ 0 w 5334000"/>
              <a:gd name="connsiteY5" fmla="*/ 2336800 h 2336800"/>
              <a:gd name="connisteX6" fmla="*/ 0 w 53340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不同经验选择策略性能对比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实验对比了SSIS、随机采样和不确定性采样三种经验选择策略。结果显示，SSIS在最终成功率上显著优于其他两种策略，充分体现了其在经验筛选方面的有效性。</a:t>
            </a:r>
            <a:endParaRPr lang="zh-CN" altLang="en-US"/>
          </a:p>
        </p:txBody>
      </p:sp>
      <p:sp>
        <p:nvSpPr>
          <p:cNvPr id="7" name="装饰  4"/>
          <p:cNvSpPr>
            <a:spLocks noGrp="1"/>
          </p:cNvSpPr>
          <p:nvPr>
            <p:ph type="body" idx="16392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8" name="图片占位符 7" descr="97f4a562-cf68-11f0-8d33-669038404f72"/>
          <p:cNvPicPr>
            <a:picLocks noChangeAspect="1"/>
          </p:cNvPicPr>
          <p:nvPr>
            <p:ph type="pic" idx="16393"/>
            <p:custDataLst>
              <p:tags r:id="rId8"/>
            </p:custDataLst>
          </p:nvPr>
        </p:nvPicPr>
        <p:blipFill>
          <a:blip r:embed="rId9"/>
          <a:srcRect t="1096" b="1096"/>
          <a:stretch>
            <a:fillRect/>
          </a:stretch>
        </p:blipFill>
        <p:spPr>
          <a:xfrm>
            <a:off x="6248400" y="1524000"/>
            <a:ext cx="5334000" cy="2336800"/>
          </a:xfrm>
          <a:custGeom>
            <a:avLst/>
            <a:gdLst>
              <a:gd name="connisteX0" fmla="*/ 0 w 5334000"/>
              <a:gd name="connsiteY0" fmla="*/ 203200 h 2336800"/>
              <a:gd name="connisteX1" fmla="*/ 203200 w 5334000"/>
              <a:gd name="connsiteY1" fmla="*/ 0 h 2336800"/>
              <a:gd name="connisteX2" fmla="*/ 5130800 w 5334000"/>
              <a:gd name="connsiteY2" fmla="*/ 0 h 2336800"/>
              <a:gd name="connisteX3" fmla="*/ 5334000 w 5334000"/>
              <a:gd name="connsiteY3" fmla="*/ 203200 h 2336800"/>
              <a:gd name="connisteX4" fmla="*/ 5334000 w 5334000"/>
              <a:gd name="connsiteY4" fmla="*/ 2336800 h 2336800"/>
              <a:gd name="connisteX5" fmla="*/ 0 w 5334000"/>
              <a:gd name="connsiteY5" fmla="*/ 2336800 h 2336800"/>
              <a:gd name="connisteX6" fmla="*/ 0 w 53340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SSIS核心集效应验证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SSIS凭借核心集效应，使用200个经验样本就能使成功率维持在约85%；而随机采样需要约500个样本才能达到相近的成功率，且过程中出现更多遗忘现象。</a:t>
            </a:r>
            <a:endParaRPr lang="zh-CN" altLang="en-US"/>
          </a:p>
        </p:txBody>
      </p:sp>
    </p:spTree>
    <p:custDataLst>
      <p:tags r:id="rId12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持续学习性能分析</a:t>
            </a:r>
            <a:endParaRPr lang="zh-CN" altLang="en-US"/>
          </a:p>
        </p:txBody>
      </p:sp>
      <p:sp>
        <p:nvSpPr>
          <p:cNvPr id="3" name="装饰  9"/>
          <p:cNvSpPr>
            <a:spLocks noGrp="1"/>
          </p:cNvSpPr>
          <p:nvPr>
            <p:ph type="body" idx="1639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1" name="图片占位符 10"/>
          <p:cNvPicPr/>
          <p:nvPr>
            <p:ph type="pic" idx="16390"/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67000" y="2082800"/>
            <a:ext cx="1219200" cy="1219200"/>
          </a:xfrm>
          <a:prstGeom prst="rect">
            <a:avLst/>
          </a:pr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6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旧工具任务性能稳定性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7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在Continual Tool Drop-In测试中，SIAS对原始工具的使用性能保持稳定，成功率始终维持在90%以上，未出现因新工具引入而导致的性能下降。</a:t>
            </a:r>
            <a:endParaRPr lang="zh-CN" altLang="en-US"/>
          </a:p>
        </p:txBody>
      </p:sp>
      <p:sp>
        <p:nvSpPr>
          <p:cNvPr id="7" name="装饰  4"/>
          <p:cNvSpPr>
            <a:spLocks noGrp="1"/>
          </p:cNvSpPr>
          <p:nvPr>
            <p:ph type="body" idx="16393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2" name="图片占位符 11"/>
          <p:cNvPicPr/>
          <p:nvPr>
            <p:ph type="pic" idx="16392"/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305800" y="2082800"/>
            <a:ext cx="1219200" cy="1219200"/>
          </a:xfrm>
          <a:prstGeom prst="rect">
            <a:avLst/>
          </a:pr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2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新工具任务快速适应能力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3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面对新引入的工具，SIAS展现出极强的适应能力，在仅使用10次后，任务成功率就迅速提升至80%；而基线在新工具任务上成功率仅约50%，且对旧工具的性能从90%降至70%。</a:t>
            </a:r>
            <a:endParaRPr lang="zh-CN" altLang="en-US"/>
          </a:p>
        </p:txBody>
      </p:sp>
    </p:spTree>
    <p:custDataLst>
      <p:tags r:id="rId14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RL微调的性能增益</a:t>
            </a:r>
            <a:endParaRPr lang="zh-CN" altLang="en-US"/>
          </a:p>
        </p:txBody>
      </p:sp>
      <p:pic>
        <p:nvPicPr>
          <p:cNvPr id="3" name="内容占位符 2" descr="96a8d19f-cf68-11f0-b974-0eb2792e8fdd"/>
          <p:cNvPicPr>
            <a:picLocks noChangeAspect="1"/>
          </p:cNvPicPr>
          <p:nvPr>
            <p:ph idx="16390"/>
            <p:custDataLst>
              <p:tags r:id="rId2"/>
            </p:custDataLst>
          </p:nvPr>
        </p:nvPicPr>
        <p:blipFill>
          <a:blip r:embed="rId3"/>
          <a:srcRect l="14189" r="14189"/>
          <a:stretch>
            <a:fillRect/>
          </a:stretch>
        </p:blipFill>
        <p:spPr>
          <a:xfrm>
            <a:off x="7543800" y="609600"/>
            <a:ext cx="4038600" cy="5638800"/>
          </a:xfrm>
          <a:custGeom>
            <a:avLst/>
            <a:gdLst>
              <a:gd name="connisteX0" fmla="*/ 0 w 4038600"/>
              <a:gd name="connsiteY0" fmla="*/ 203200 h 5638800"/>
              <a:gd name="connisteX1" fmla="*/ 203200 w 4038600"/>
              <a:gd name="connsiteY1" fmla="*/ 0 h 5638800"/>
              <a:gd name="connisteX2" fmla="*/ 3835400 w 4038600"/>
              <a:gd name="connsiteY2" fmla="*/ 0 h 5638800"/>
              <a:gd name="connisteX3" fmla="*/ 4038600 w 4038600"/>
              <a:gd name="connsiteY3" fmla="*/ 203200 h 5638800"/>
              <a:gd name="connisteX4" fmla="*/ 4038600 w 4038600"/>
              <a:gd name="connsiteY4" fmla="*/ 5435600 h 5638800"/>
              <a:gd name="connisteX5" fmla="*/ 3835400 w 4038600"/>
              <a:gd name="connsiteY5" fmla="*/ 5638800 h 5638800"/>
              <a:gd name="connisteX6" fmla="*/ 203200 w 4038600"/>
              <a:gd name="connsiteY6" fmla="*/ 5638800 h 5638800"/>
              <a:gd name="connisteX7" fmla="*/ 0 w 4038600"/>
              <a:gd name="connsiteY7" fmla="*/ 5435600 h 5638800"/>
              <a:gd name="connisteX8" fmla="*/ 0 w 40386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装饰  0"/>
          <p:cNvSpPr>
            <a:spLocks noGrp="1"/>
          </p:cNvSpPr>
          <p:nvPr>
            <p:ph type="body" idx="16391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PPO/DPO微调对成功率的提升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实验结果表明，添加PPO/DPO微调阶段后，SIAS的任务成功率获得了显著提升，相比仅依靠反射机制的版本，绝对成功率增加了10%。</a:t>
            </a:r>
            <a:endParaRPr lang="zh-CN" altLang="en-US"/>
          </a:p>
        </p:txBody>
      </p:sp>
      <p:sp>
        <p:nvSpPr>
          <p:cNvPr id="7" name="装饰  4"/>
          <p:cNvSpPr>
            <a:spLocks noGrp="1"/>
          </p:cNvSpPr>
          <p:nvPr>
            <p:ph type="body" idx="16392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强化学习优化策略的价值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>
            <a:normAutofit lnSpcReduction="10000"/>
          </a:bodyPr>
          <a:p>
            <a:r>
              <a:rPr lang="zh-CN" altLang="en-US"/>
              <a:t>RL微调通过利用高价值经验对agent的政策模型进行优化，使agent的决策能力得到实质性增强，其效果超越了单纯基于提示的反射机制，凸显了强化学习在策略优化中的重要价值。</a:t>
            </a:r>
            <a:endParaRPr lang="zh-CN" altLang="en-US"/>
          </a:p>
        </p:txBody>
      </p:sp>
    </p:spTree>
    <p:custDataLst>
      <p:tags r:id="rId10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7826049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局限性与未来工作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782656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07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系统局限性分析</a:t>
            </a:r>
            <a:endParaRPr lang="zh-CN" altLang="en-US"/>
          </a:p>
        </p:txBody>
      </p:sp>
      <p:pic>
        <p:nvPicPr>
          <p:cNvPr id="3" name="内容占位符 2" descr="97e9ab70-cf68-11f0-95d2-e26c98af948f"/>
          <p:cNvPicPr>
            <a:picLocks noChangeAspect="1"/>
          </p:cNvPicPr>
          <p:nvPr>
            <p:ph idx="16392"/>
            <p:custDataLst>
              <p:tags r:id="rId2"/>
            </p:custDataLst>
          </p:nvPr>
        </p:nvPicPr>
        <p:blipFill>
          <a:blip r:embed="rId3"/>
          <a:srcRect t="343" b="343"/>
          <a:stretch>
            <a:fillRect/>
          </a:stretch>
        </p:blipFill>
        <p:spPr>
          <a:xfrm>
            <a:off x="609600" y="3708400"/>
            <a:ext cx="10972800" cy="2540000"/>
          </a:xfrm>
          <a:custGeom>
            <a:avLst/>
            <a:gdLst>
              <a:gd name="connisteX0" fmla="*/ 0 w 10972800"/>
              <a:gd name="connsiteY0" fmla="*/ 203200 h 2540000"/>
              <a:gd name="connisteX1" fmla="*/ 203200 w 10972800"/>
              <a:gd name="connsiteY1" fmla="*/ 0 h 2540000"/>
              <a:gd name="connisteX2" fmla="*/ 10769600 w 10972800"/>
              <a:gd name="connsiteY2" fmla="*/ 0 h 2540000"/>
              <a:gd name="connisteX3" fmla="*/ 10972800 w 10972800"/>
              <a:gd name="connsiteY3" fmla="*/ 203200 h 2540000"/>
              <a:gd name="connisteX4" fmla="*/ 10972800 w 10972800"/>
              <a:gd name="connsiteY4" fmla="*/ 2336800 h 2540000"/>
              <a:gd name="connisteX5" fmla="*/ 10769600 w 10972800"/>
              <a:gd name="connsiteY5" fmla="*/ 2540000 h 2540000"/>
              <a:gd name="connisteX6" fmla="*/ 203200 w 10972800"/>
              <a:gd name="connsiteY6" fmla="*/ 2540000 h 2540000"/>
              <a:gd name="connisteX7" fmla="*/ 0 w 10972800"/>
              <a:gd name="connsiteY7" fmla="*/ 2336800 h 2540000"/>
              <a:gd name="connisteX8" fmla="*/ 0 w 10972800"/>
              <a:gd name="connsiteY8" fmla="*/ 203200 h 2540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540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336800"/>
                </a:lnTo>
                <a:cubicBezTo>
                  <a:pt x="10972800" y="2449024"/>
                  <a:pt x="10881824" y="2540000"/>
                  <a:pt x="10769600" y="2540000"/>
                </a:cubicBezTo>
                <a:lnTo>
                  <a:pt x="203200" y="2540000"/>
                </a:lnTo>
                <a:cubicBezTo>
                  <a:pt x="90976" y="2540000"/>
                  <a:pt x="0" y="2449024"/>
                  <a:pt x="0" y="23368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装饰  0"/>
          <p:cNvSpPr>
            <a:spLocks noGrp="1"/>
          </p:cNvSpPr>
          <p:nvPr>
            <p:ph type="body" idx="16393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 sz="1900"/>
              <a:t>内存与延迟的权衡困境</a:t>
            </a:r>
            <a:endParaRPr lang="zh-CN" altLang="en-US" sz="1900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p>
            <a:r>
              <a:rPr lang="zh-CN" altLang="en-US" sz="1100"/>
              <a:t>启用反射内存使响应延迟增加约20%，但成功效率显著提升。实验表明，超过特定内存容量后，额外条目对成功率提升有限却持续增加延迟，需通过内存边界控制或智能检索优化平衡性能。</a:t>
            </a:r>
            <a:endParaRPr lang="zh-CN" altLang="en-US" sz="1100"/>
          </a:p>
        </p:txBody>
      </p:sp>
      <p:sp>
        <p:nvSpPr>
          <p:cNvPr id="7" name="装饰  4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>
            <a:normAutofit fontScale="80000"/>
          </a:bodyPr>
          <a:p>
            <a:r>
              <a:rPr lang="zh-CN" altLang="en-US"/>
              <a:t>重要性评分机制的误判风险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>
            <a:normAutofit fontScale="70000"/>
          </a:bodyPr>
          <a:p>
            <a:r>
              <a:rPr lang="zh-CN" altLang="en-US"/>
              <a:t>Streaming Importance Scorer(SSIS)存在将噪声或边缘案例误判为高价值经验的情况，导致策略轻微过拟合；同时存在上下文污染问题，无关记忆检索影响决策质量，需通过阈值调整或人类反馈优化评分逻辑。</a:t>
            </a:r>
            <a:endParaRPr lang="zh-CN" altLang="en-US"/>
          </a:p>
        </p:txBody>
      </p:sp>
      <p:sp>
        <p:nvSpPr>
          <p:cNvPr id="10" name="装饰  7"/>
          <p:cNvSpPr>
            <a:spLocks noGrp="1"/>
          </p:cNvSpPr>
          <p:nvPr>
            <p:ph type="body" idx="16395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/>
            <p:custDataLst>
              <p:tags r:id="rId11"/>
            </p:custDataLst>
          </p:nvPr>
        </p:nvSpPr>
        <p:spPr/>
        <p:txBody>
          <a:bodyPr>
            <a:normAutofit/>
          </a:bodyPr>
          <a:p>
            <a:r>
              <a:rPr lang="zh-CN" altLang="en-US" sz="1900"/>
              <a:t>多智能体协作的效率损耗</a:t>
            </a:r>
            <a:endParaRPr lang="zh-CN" altLang="en-US" sz="190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2"/>
            </p:custDataLst>
          </p:nvPr>
        </p:nvSpPr>
        <p:spPr/>
        <p:txBody>
          <a:bodyPr>
            <a:normAutofit/>
          </a:bodyPr>
          <a:p>
            <a:r>
              <a:rPr lang="zh-CN" altLang="en-US" sz="1100"/>
              <a:t>四专家协作模式使令牌处理量增加约15%，存在角色间信息重复推理现象。极端案例中出现专家循环发布相似内容的协调故障，需强化协调器角色功能或引入冲突解决协议降低协作开销。</a:t>
            </a:r>
            <a:endParaRPr lang="zh-CN" altLang="en-US" sz="1100"/>
          </a:p>
        </p:txBody>
      </p:sp>
    </p:spTree>
    <p:custDataLst>
      <p:tags r:id="rId13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未来技术优化方向</a:t>
            </a:r>
            <a:endParaRPr lang="zh-CN" altLang="en-US"/>
          </a:p>
        </p:txBody>
      </p:sp>
      <p:pic>
        <p:nvPicPr>
          <p:cNvPr id="3" name="内容占位符 2" descr="958ba0b4-cf68-11f0-ad53-da1ea02a5ce2"/>
          <p:cNvPicPr>
            <a:picLocks noChangeAspect="1"/>
          </p:cNvPicPr>
          <p:nvPr>
            <p:ph idx="16394"/>
            <p:custDataLst>
              <p:tags r:id="rId2"/>
            </p:custDataLst>
          </p:nvPr>
        </p:nvPicPr>
        <p:blipFill>
          <a:blip r:embed="rId3"/>
          <a:srcRect l="22925" r="23279"/>
          <a:stretch>
            <a:fillRect/>
          </a:stretch>
        </p:blipFill>
        <p:spPr>
          <a:xfrm>
            <a:off x="0" y="0"/>
            <a:ext cx="3581400" cy="6858000"/>
          </a:xfrm>
          <a:custGeom>
            <a:avLst/>
            <a:gdLst>
              <a:gd name="connisteX0" fmla="*/ 0 w 3581400"/>
              <a:gd name="connsiteY0" fmla="*/ 0 h 6858000"/>
              <a:gd name="connisteX1" fmla="*/ 3581400 w 3581400"/>
              <a:gd name="connsiteY1" fmla="*/ 0 h 6858000"/>
              <a:gd name="connisteX2" fmla="*/ 3581400 w 3581400"/>
              <a:gd name="connsiteY2" fmla="*/ 6858000 h 6858000"/>
              <a:gd name="connisteX3" fmla="*/ 0 w 3581400"/>
              <a:gd name="connsiteY3" fmla="*/ 6858000 h 6858000"/>
              <a:gd name="connisteX4" fmla="*/ 0 w 3581400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4" name="装饰  0"/>
          <p:cNvSpPr>
            <a:spLocks noGrp="1"/>
          </p:cNvSpPr>
          <p:nvPr>
            <p:ph type="body" idx="16395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lang="zh-CN" altLang="en-US" sz="1900"/>
              <a:t>系统架构的可扩展性增强</a:t>
            </a:r>
            <a:endParaRPr lang="zh-CN" altLang="en-US" sz="1900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研发压缩记忆技术与部分微调方案（如LoRA适配器），降低模型更新计算成本；优化内存检索算法，在保持响应速度的同时提升经验利用率，适应大规模部署需求。</a:t>
            </a:r>
            <a:endParaRPr lang="zh-CN" altLang="en-US"/>
          </a:p>
        </p:txBody>
      </p:sp>
      <p:sp>
        <p:nvSpPr>
          <p:cNvPr id="7" name="装饰  4"/>
          <p:cNvSpPr>
            <a:spLocks noGrp="1"/>
          </p:cNvSpPr>
          <p:nvPr>
            <p:ph type="body" idx="16396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>
            <a:normAutofit fontScale="80000"/>
          </a:bodyPr>
          <a:p>
            <a:r>
              <a:rPr lang="zh-CN" altLang="en-US"/>
              <a:t>多模态能力与工具生态扩展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引入视觉、音频等模态处理专家，集成图像 captioner、数据库接口等新型工具；构建动态工具注册机制，支持外部工具即插即用，提升复杂环境适应能力。</a:t>
            </a:r>
            <a:endParaRPr lang="zh-CN" altLang="en-US"/>
          </a:p>
        </p:txBody>
      </p:sp>
      <p:sp>
        <p:nvSpPr>
          <p:cNvPr id="10" name="装饰  7"/>
          <p:cNvSpPr>
            <a:spLocks noGrp="1"/>
          </p:cNvSpPr>
          <p:nvPr>
            <p:ph type="body" idx="16397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/>
            <p:custDataLst>
              <p:tags r:id="rId11"/>
            </p:custDataLst>
          </p:nvPr>
        </p:nvSpPr>
        <p:spPr/>
        <p:txBody>
          <a:bodyPr>
            <a:normAutofit/>
          </a:bodyPr>
          <a:p>
            <a:r>
              <a:rPr lang="zh-CN" altLang="en-US" sz="1900"/>
              <a:t>自动化学习路径规划系统</a:t>
            </a:r>
            <a:endParaRPr lang="zh-CN" altLang="en-US" sz="190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2"/>
            </p:custDataLst>
          </p:nvPr>
        </p:nvSpPr>
        <p:spPr/>
        <p:txBody>
          <a:bodyPr>
            <a:normAutofit lnSpcReduction="10000"/>
          </a:bodyPr>
          <a:p>
            <a:r>
              <a:rPr lang="zh-CN" altLang="en-US" sz="1400"/>
              <a:t>开发基于技能差距识别的自动化课程生成器，动态推送梯度难度任务；结合重要性评分机制实现定向能力强化，提升自改进效率与样本利用率。</a:t>
            </a:r>
            <a:endParaRPr lang="zh-CN" altLang="en-US" sz="1400"/>
          </a:p>
        </p:txBody>
      </p:sp>
      <p:sp>
        <p:nvSpPr>
          <p:cNvPr id="13" name="装饰  1"/>
          <p:cNvSpPr>
            <a:spLocks noGrp="1"/>
          </p:cNvSpPr>
          <p:nvPr>
            <p:ph type="body" idx="16398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2"/>
            <p:custDataLst>
              <p:tags r:id="rId14"/>
            </p:custDataLst>
          </p:nvPr>
        </p:nvSpPr>
        <p:spPr/>
        <p:txBody>
          <a:bodyPr/>
          <a:p>
            <a:r>
              <a:rPr lang="zh-CN" altLang="en-US" sz="1900"/>
              <a:t>人机协同反馈闭环构建</a:t>
            </a:r>
            <a:endParaRPr lang="zh-CN" altLang="en-US" sz="190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3"/>
            <p:custDataLst>
              <p:tags r:id="rId15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设计用户反馈采集接口，支持错误标注与改进建议输入；将人类反馈信号融入强化学习奖励函数，通过人类-in-the-loop机制引导策略向用户期望方向进化。</a:t>
            </a:r>
            <a:endParaRPr lang="zh-CN" altLang="en-US"/>
          </a:p>
        </p:txBody>
      </p:sp>
    </p:spTree>
    <p:custDataLst>
      <p:tags r:id="rId16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7826049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伦理考量与开源贡献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782656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08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隐私与伦理保障措施</a:t>
            </a:r>
            <a:endParaRPr lang="zh-CN" altLang="en-US"/>
          </a:p>
        </p:txBody>
      </p:sp>
      <p:sp>
        <p:nvSpPr>
          <p:cNvPr id="3" name="装饰  9"/>
          <p:cNvSpPr>
            <a:spLocks noGrp="1"/>
          </p:cNvSpPr>
          <p:nvPr>
            <p:ph type="body" idx="16395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01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内存隐私保护机制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采用加密技术保障持久化内存日志安全，支持用户选择退出数据存储，自动匿名化或修剪含个人标识符的条目，严格遵循数据保护标准。</a:t>
            </a:r>
            <a:endParaRPr lang="zh-CN" altLang="en-US"/>
          </a:p>
        </p:txBody>
      </p:sp>
      <p:sp>
        <p:nvSpPr>
          <p:cNvPr id="7" name="装饰  4"/>
          <p:cNvSpPr>
            <a:spLocks noGrp="1"/>
          </p:cNvSpPr>
          <p:nvPr>
            <p:ph type="body" idx="16396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91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02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自主适应风险管控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0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部署监控模块实时检测策略偏差，通过奖励信号对齐确保行为符合预期目标，防止系统在持续学习过程中习得有害或有偏见的行为模式。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7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4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03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2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透明化审计与可追溯性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3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/>
              <a:t>设计结构化反思日志记录决策依据，支持通过内存查询追踪行为链路，确保用户可获取系统行动解释，同时对审计日志实施安全保护。</a:t>
            </a:r>
            <a:endParaRPr lang="zh-CN" altLang="en-US"/>
          </a:p>
        </p:txBody>
      </p:sp>
    </p:spTree>
    <p:custDataLst>
      <p:tags r:id="rId14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开源基准与社区贡献</a:t>
            </a:r>
            <a:endParaRPr lang="zh-CN" altLang="en-US"/>
          </a:p>
        </p:txBody>
      </p:sp>
      <p:sp>
        <p:nvSpPr>
          <p:cNvPr id="3" name="装饰  9"/>
          <p:cNvSpPr>
            <a:spLocks noGrp="1"/>
          </p:cNvSpPr>
          <p:nvPr>
            <p:ph type="body" idx="16392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4" name="图片占位符 3" descr="98e47841-cf68-11f0-95d2-e26c98af948f"/>
          <p:cNvPicPr>
            <a:picLocks noChangeAspect="1"/>
          </p:cNvPicPr>
          <p:nvPr>
            <p:ph type="pic" idx="16393"/>
            <p:custDataLst>
              <p:tags r:id="rId3"/>
            </p:custDataLst>
          </p:nvPr>
        </p:nvPicPr>
        <p:blipFill>
          <a:blip r:embed="rId4"/>
          <a:srcRect/>
          <a:stretch>
            <a:fillRect/>
          </a:stretch>
        </p:blipFill>
        <p:spPr>
          <a:xfrm>
            <a:off x="914400" y="18034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Streaming Tool-Arena基准发布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 fontScale="70000"/>
          </a:bodyPr>
          <a:p>
            <a:r>
              <a:rPr lang="zh-CN" altLang="en-US"/>
              <a:t>公开包含多样化工具使用任务的连续流测试集，提供详细任务定义、工具接口规范及初始提示示例，支持评估智能体动态学习效率。</a:t>
            </a:r>
            <a:endParaRPr lang="zh-CN" altLang="en-US"/>
          </a:p>
        </p:txBody>
      </p:sp>
      <p:sp>
        <p:nvSpPr>
          <p:cNvPr id="7" name="装饰  4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8" name="图片占位符 7" descr="98e47916-cf68-11f0-95d2-e26c98af948f"/>
          <p:cNvPicPr>
            <a:picLocks noChangeAspect="1"/>
          </p:cNvPicPr>
          <p:nvPr>
            <p:ph type="pic" idx="16395"/>
            <p:custDataLst>
              <p:tags r:id="rId8"/>
            </p:custDataLst>
          </p:nvPr>
        </p:nvPicPr>
        <p:blipFill>
          <a:blip r:embed="rId9"/>
          <a:srcRect/>
          <a:stretch>
            <a:fillRect/>
          </a:stretch>
        </p:blipFill>
        <p:spPr>
          <a:xfrm>
            <a:off x="914400" y="34290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Continual Tool Drop-In动态场景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>
            <a:normAutofit fontScale="70000"/>
          </a:bodyPr>
          <a:p>
            <a:r>
              <a:rPr lang="zh-CN" altLang="en-US"/>
              <a:t>发布工具集演化测试序列，模拟工具新增/淘汰的真实环境变化，包含完整的工具引入时间线与性能衰减基线数据，助力验证持续学习能力。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6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2" name="图片占位符 11" descr="98e477a8-cf68-11f0-95d2-e26c98af948f"/>
          <p:cNvPicPr>
            <a:picLocks noChangeAspect="1"/>
          </p:cNvPicPr>
          <p:nvPr>
            <p:ph type="pic" idx="16397"/>
            <p:custDataLst>
              <p:tags r:id="rId13"/>
            </p:custDataLst>
          </p:nvPr>
        </p:nvPicPr>
        <p:blipFill>
          <a:blip r:embed="rId14"/>
          <a:srcRect/>
          <a:stretch>
            <a:fillRect/>
          </a:stretch>
        </p:blipFill>
        <p:spPr>
          <a:xfrm>
            <a:off x="914400" y="50546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5"/>
            </p:custDataLst>
          </p:nvPr>
        </p:nvSpPr>
        <p:spPr/>
        <p:txBody>
          <a:bodyPr/>
          <a:p>
            <a:r>
              <a:rPr lang="zh-CN" altLang="en-US"/>
              <a:t>社区协作与排行榜机制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/>
        <p:txBody>
          <a:bodyPr>
            <a:normAutofit fontScale="70000"/>
          </a:bodyPr>
          <a:p>
            <a:r>
              <a:rPr lang="zh-CN" altLang="en-US"/>
              <a:t>建立开放评测平台与性能排行榜，邀请研究者提交自改进智能体方案，通过标准化指标对比推动算法创新，填补静态基准测试的研究空白。</a:t>
            </a:r>
            <a:endParaRPr lang="zh-CN" altLang="en-US"/>
          </a:p>
        </p:txBody>
      </p:sp>
    </p:spTree>
    <p:custDataLst>
      <p:tags r:id="rId17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项目时间线与合作邀请</a:t>
            </a:r>
            <a:endParaRPr lang="zh-CN" altLang="en-US"/>
          </a:p>
        </p:txBody>
      </p:sp>
      <p:pic>
        <p:nvPicPr>
          <p:cNvPr id="14" name="图片占位符 13" descr="1"/>
          <p:cNvPicPr>
            <a:picLocks noChangeAspect="1"/>
          </p:cNvPicPr>
          <p:nvPr>
            <p:ph type="pic" idx="16392"/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73200" y="1955800"/>
            <a:ext cx="1524000" cy="1524000"/>
          </a:xfrm>
          <a:prstGeom prst="rect">
            <a:avLst/>
          </a:pr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ICML 2026投稿关键节点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当前阶段：完成消融实验与图表绘制（本月底截止）；下一阶段：论文撰写与反馈整合（2026年1月投稿截止）；最终阶段：接收后修订（2026年5月终稿提交）。</a:t>
            </a:r>
            <a:endParaRPr lang="zh-CN" altLang="en-US"/>
          </a:p>
        </p:txBody>
      </p:sp>
      <p:pic>
        <p:nvPicPr>
          <p:cNvPr id="12" name="图片占位符 11" descr="2"/>
          <p:cNvPicPr>
            <a:picLocks noChangeAspect="1"/>
          </p:cNvPicPr>
          <p:nvPr>
            <p:ph type="pic" idx="16393"/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34000" y="1955800"/>
            <a:ext cx="1524000" cy="1524000"/>
          </a:xfrm>
          <a:prstGeom prst="rect">
            <a:avLst/>
          </a:prstGeom>
        </p:spPr>
      </p:pic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代码仓库与资源开放计划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投稿同期公开项目代码仓库，包含SIAS系统完整实现、基准测试数据集及评估脚本，支持复现实验结果与二次开发。</a:t>
            </a:r>
            <a:endParaRPr lang="zh-CN" altLang="en-US"/>
          </a:p>
        </p:txBody>
      </p:sp>
      <p:pic>
        <p:nvPicPr>
          <p:cNvPr id="13" name="图片占位符 12" descr="3"/>
          <p:cNvPicPr>
            <a:picLocks noChangeAspect="1"/>
          </p:cNvPicPr>
          <p:nvPr>
            <p:ph type="pic" idx="16394"/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194800" y="1955800"/>
            <a:ext cx="1524000" cy="1524000"/>
          </a:xfrm>
          <a:prstGeom prst="rect">
            <a:avLst/>
          </a:prstGeom>
        </p:spPr>
      </p:pic>
      <p:sp>
        <p:nvSpPr>
          <p:cNvPr id="10" name="文本占位符 9"/>
          <p:cNvSpPr>
            <a:spLocks noGrp="1"/>
          </p:cNvSpPr>
          <p:nvPr>
            <p:ph type="body" idx="16390"/>
            <p:custDataLst>
              <p:tags r:id="rId15"/>
            </p:custDataLst>
          </p:nvPr>
        </p:nvSpPr>
        <p:spPr/>
        <p:txBody>
          <a:bodyPr/>
          <a:p>
            <a:r>
              <a:rPr lang="zh-CN" altLang="en-US" sz="2200"/>
              <a:t>多维度协作机会</a:t>
            </a:r>
            <a:endParaRPr lang="zh-CN" altLang="en-US" sz="220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/>
        <p:txBody>
          <a:bodyPr/>
          <a:p>
            <a:r>
              <a:rPr lang="zh-CN" altLang="en-US"/>
              <a:t>诚邀测试验证（跨领域任务适配性）、算法优化（多智能体协作协议）、应用拓展（模态扩展场景）方向合作者，提供数据支持与成果联署机会。</a:t>
            </a:r>
            <a:endParaRPr lang="zh-CN" altLang="en-US"/>
          </a:p>
        </p:txBody>
      </p:sp>
    </p:spTree>
    <p:custDataLst>
      <p:tags r:id="rId17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7826305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THE END</a:t>
            </a:r>
            <a:endParaRPr lang="en-US" altLang="en-US"/>
          </a:p>
        </p:txBody>
      </p:sp>
      <p:sp>
        <p:nvSpPr>
          <p:cNvPr id="3" name="标题 2"/>
          <p:cNvSpPr>
            <a:spLocks noGrp="1"/>
          </p:cNvSpPr>
          <p:nvPr>
            <p:ph type="ctrTitle" idx="1782604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 sz="6200"/>
              <a:t>谢谢</a:t>
            </a:r>
            <a:endParaRPr lang="zh-CN" altLang="en-US" sz="6200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  <p:tag name="KSO_WM_TEMPLATE_INDEX" val="40490404"/>
  <p:tag name="KSO_WM_TEMPLATE_CATEGORY" val="custom"/>
</p:tagLst>
</file>

<file path=ppt/tags/tag2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340"/>
  <p:tag name="KSO_WM_TEMPLATE_INDEX" val="40490404"/>
  <p:tag name="KSO_WM_TEMPLATE_CATEGORY" val="custom"/>
</p:tagLst>
</file>

<file path=ppt/tags/tag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6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2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2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8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2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2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10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2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11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2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12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2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13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2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14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2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15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2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16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2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17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2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1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2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1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2"/>
  <p:tag name="KSO_WM_TEMPLATE_INDEX" val="40490404"/>
  <p:tag name="KSO_WM_TEMPLATE_CATEGORY" val="custom"/>
</p:tagLst>
</file>

<file path=ppt/tags/tag20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21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22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2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0"/>
  <p:tag name="KSO_WM_TEMPLATE_INDEX" val="40490404"/>
  <p:tag name="KSO_WM_TEMPLATE_CATEGORY" val="custom"/>
</p:tagLst>
</file>

<file path=ppt/tags/tag2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3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60"/>
  <p:tag name="KSO_WM_TEMPLATE_INDEX" val="40490404"/>
  <p:tag name="KSO_WM_TEMPLATE_CATEGORY" val="custom"/>
</p:tagLst>
</file>

<file path=ppt/tags/tag25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3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60"/>
  <p:tag name="KSO_WM_TEMPLATE_INDEX" val="40490404"/>
  <p:tag name="KSO_WM_TEMPLATE_CATEGORY" val="custom"/>
</p:tagLst>
</file>

<file path=ppt/tags/tag2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2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2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2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  <p:tag name="KSO_WM_TEMPLATE_INDEX" val="40490404"/>
  <p:tag name="KSO_WM_TEMPLATE_CATEGORY" val="custom"/>
</p:tagLst>
</file>

<file path=ppt/tags/tag30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文本样式"/>
  <p:tag name="KSO_WM_UNIT_ID" val="_4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  <p:tag name="KSO_WM_UNIT_VALUE" val="20"/>
  <p:tag name="KSO_WM_TEMPLATE_INDEX" val="40490404"/>
  <p:tag name="KSO_WM_TEMPLATE_CATEGORY" val="custom"/>
</p:tagLst>
</file>

<file path=ppt/tags/tag31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4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VALUE" val="162"/>
  <p:tag name="KSO_WM_TEMPLATE_INDEX" val="40490404"/>
  <p:tag name="KSO_WM_TEMPLATE_CATEGORY" val="custom"/>
</p:tagLst>
</file>

<file path=ppt/tags/tag32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文本样式"/>
  <p:tag name="KSO_WM_UNIT_ID" val="_4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  <p:tag name="KSO_WM_UNIT_VALUE" val="20"/>
  <p:tag name="KSO_WM_TEMPLATE_INDEX" val="40490404"/>
  <p:tag name="KSO_WM_TEMPLATE_CATEGORY" val="custom"/>
</p:tagLst>
</file>

<file path=ppt/tags/tag33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4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VALUE" val="162"/>
  <p:tag name="KSO_WM_TEMPLATE_INDEX" val="40490404"/>
  <p:tag name="KSO_WM_TEMPLATE_CATEGORY" val="custom"/>
</p:tagLst>
</file>

<file path=ppt/tags/tag34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35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36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3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  <p:tag name="KSO_WM_TEMPLATE_INDEX" val="40490404"/>
  <p:tag name="KSO_WM_TEMPLATE_CATEGORY" val="custom"/>
</p:tagLst>
</file>

<file path=ppt/tags/tag38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39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40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41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42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43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4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7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408"/>
  <p:tag name="KSO_WM_TEMPLATE_INDEX" val="40490404"/>
  <p:tag name="KSO_WM_TEMPLATE_CATEGORY" val="custom"/>
</p:tagLst>
</file>

<file path=ppt/tags/tag45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46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47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4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8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  <p:tag name="KSO_WM_TEMPLATE_INDEX" val="40490404"/>
  <p:tag name="KSO_WM_TEMPLATE_CATEGORY" val="custom"/>
</p:tagLst>
</file>

<file path=ppt/tags/tag49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8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41"/>
  <p:tag name="KSO_WM_TEMPLATE_INDEX" val="40490404"/>
  <p:tag name="KSO_WM_TEMPLATE_CATEGORY" val="custom"/>
</p:tagLst>
</file>

<file path=ppt/tags/tag50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51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52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53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9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54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9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55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9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5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9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57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9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58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9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59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ID" val="_9*i*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60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  <p:tag name="KSO_WM_UNIT_ID" val="_9*i*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61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9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62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  <p:tag name="KSO_WM_UNIT_ID" val="_9*i*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63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9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64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9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6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9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66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ID" val="_9*i*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67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68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69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70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SUBTYPE" val="c"/>
  <p:tag name="KSO_WM_UNIT_TEXT_TYPE" val="1"/>
  <p:tag name="KSO_WM_UNIT_TYPE" val="f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71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49e5afd4b019df67b72c85a00b55292762c3feec"/>
  <p:tag name="KSO_WM_NEWLAYOUT_ID" val="22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72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2"/>
  <p:tag name="KSO_WM_UNIT_SUBTYPE" val="b"/>
  <p:tag name="KSO_WM_UNIT_TEXT_TYPE" val="1"/>
  <p:tag name="KSO_WM_UNIT_ID" val="_9*f*2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73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7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0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7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0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76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0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77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0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78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79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8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0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81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0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82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83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84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85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13a9bdb63999a1c161e81253f6dd70c7e7ab88c2"/>
  <p:tag name="KSO_WM_NEWLAYOUT_ID" val="30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86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87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88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89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11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90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ID" val="_11*i*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91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11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92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93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  <p:tag name="KSO_WM_UNIT_ID" val="_11*i*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94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11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95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96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11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97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11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98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11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99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100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101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102.xml><?xml version="1.0" encoding="utf-8"?>
<p:tagLst xmlns:p="http://schemas.openxmlformats.org/presentationml/2006/main">
  <p:tag name="KSO_WM_UNIT_TYPE" val="b"/>
  <p:tag name="KSO_WM_BEAUTIFY_FLAG" val="#wm#"/>
  <p:tag name="KSO_WM_FIGMA_FLAG" val="#fgm#"/>
  <p:tag name="KSO_WM_UNIT_INDEX" val="1"/>
  <p:tag name="KSO_WM_UNIT_TEXT_TYPE" val="1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103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2578886ce33a6ee7b30a958474a66d6d9eb6a3e8"/>
  <p:tag name="KSO_WM_NEWLAYOUT_ID" val="34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10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10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10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10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10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f9bd22a21e09540453d23afb38e5b71c959f8206"/>
  <p:tag name="KSO_WM_NEWLAYOUT_ID" val="1"/>
</p:tagLst>
</file>

<file path=ppt/tags/tag1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11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1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11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1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11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1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11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1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2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63"/>
</p:tagLst>
</file>

<file path=ppt/tags/tag12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63"/>
</p:tagLst>
</file>

<file path=ppt/tags/tag12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63"/>
</p:tagLst>
</file>

<file path=ppt/tags/tag12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12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bfa17d591fdae013263d0f5a90128637239f8161"/>
  <p:tag name="KSO_WM_NEWLAYOUT_GROUP_ID" val="layout_1-5"/>
  <p:tag name="KSO_WM_NEWLAYOUT_ID" val="slide_61223ae7a7f7aefc"/>
</p:tagLst>
</file>

<file path=ppt/tags/tag1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12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1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13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1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13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1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13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1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3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63"/>
</p:tagLst>
</file>

<file path=ppt/tags/tag13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63"/>
</p:tagLst>
</file>

<file path=ppt/tags/tag14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63"/>
</p:tagLst>
</file>

<file path=ppt/tags/tag14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da185ea9e07c59a837367df0f17ae38ca0129e3"/>
  <p:tag name="KSO_WM_NEWLAYOUT_GROUP_ID" val="layout_35"/>
  <p:tag name="KSO_WM_NEWLAYOUT_ID" val="slide_3a8d68c4cb9e2e1d"/>
</p:tagLst>
</file>

<file path=ppt/tags/tag1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1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1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1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5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63"/>
</p:tagLst>
</file>

<file path=ppt/tags/tag15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63"/>
</p:tagLst>
</file>

<file path=ppt/tags/tag15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63"/>
</p:tagLst>
</file>

<file path=ppt/tags/tag15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9b9bfd3a7d33a456d111f4e83de023d6d405d73"/>
  <p:tag name="KSO_WM_NEWLAYOUT_GROUP_ID" val="layout_10007"/>
  <p:tag name="KSO_WM_NEWLAYOUT_ID" val="slide_c162246a47120d9c"/>
</p:tagLst>
</file>

<file path=ppt/tags/tag1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6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63"/>
</p:tagLst>
</file>

<file path=ppt/tags/tag16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63"/>
</p:tagLst>
</file>

<file path=ppt/tags/tag16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63"/>
</p:tagLst>
</file>

<file path=ppt/tags/tag16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0066ccfb38b97e26f71fbcc1f38961d809b9149"/>
  <p:tag name="KSO_WM_NEWLAYOUT_GROUP_ID" val="layout_27"/>
  <p:tag name="KSO_WM_NEWLAYOUT_ID" val="slide_32796d7565842e22"/>
</p:tagLst>
</file>

<file path=ppt/tags/tag165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1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69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1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73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1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77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</p:tagLst>
</file>

<file path=ppt/tags/tag1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2"/>
  <p:tag name="KSO_WM_UNIT_SUBTYPE" val="d"/>
  <p:tag name="KSO_WM_UNIT_TYPE" val="l_h_i"/>
</p:tagLst>
</file>

<file path=ppt/tags/tag1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18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63"/>
</p:tagLst>
</file>

<file path=ppt/tags/tag18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63"/>
</p:tagLst>
</file>

<file path=ppt/tags/tag18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63"/>
</p:tagLst>
</file>

<file path=ppt/tags/tag18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f903a5440bc3d3c51f8b9ab915e62c196cbe158"/>
  <p:tag name="KSO_WM_NEWLAYOUT_GROUP_ID" val="layout_10003"/>
  <p:tag name="KSO_WM_NEWLAYOUT_ID" val="slide_1766f3ab37d21f6e"/>
</p:tagLst>
</file>

<file path=ppt/tags/tag1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8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8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9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9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1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19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63"/>
</p:tagLst>
</file>

<file path=ppt/tags/tag19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63"/>
</p:tagLst>
</file>

<file path=ppt/tags/tag19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63"/>
</p:tagLst>
</file>

<file path=ppt/tags/tag20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1eeda904f1b4fb031cb2a82e1b28aaceb77deaa"/>
  <p:tag name="KSO_WM_NEWLAYOUT_GROUP_ID" val="layout_10004"/>
  <p:tag name="KSO_WM_NEWLAYOUT_ID" val="slide_e0ba20cb02247c91"/>
</p:tagLst>
</file>

<file path=ppt/tags/tag20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0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0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2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1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63"/>
</p:tagLst>
</file>

<file path=ppt/tags/tag21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63"/>
</p:tagLst>
</file>

<file path=ppt/tags/tag21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63"/>
</p:tagLst>
</file>

<file path=ppt/tags/tag21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8e68492f3747b2be36e9caa4e2e0fe30f41b37b"/>
  <p:tag name="KSO_WM_NEWLAYOUT_GROUP_ID" val="layout_2"/>
  <p:tag name="KSO_WM_NEWLAYOUT_ID" val="slide_dbd12360534da726"/>
</p:tagLst>
</file>

<file path=ppt/tags/tag21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18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2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2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2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2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63"/>
</p:tagLst>
</file>

<file path=ppt/tags/tag22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63"/>
</p:tagLst>
</file>

<file path=ppt/tags/tag22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63"/>
</p:tagLst>
</file>

<file path=ppt/tags/tag22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d8ed6e7d4a98c27ca7aa07f04a0ad2249c4d2b5"/>
  <p:tag name="KSO_WM_NEWLAYOUT_GROUP_ID" val="layout_10013"/>
  <p:tag name="KSO_WM_NEWLAYOUT_ID" val="slide_2b9069f18f10c117"/>
</p:tagLst>
</file>

<file path=ppt/tags/tag23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3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63"/>
</p:tagLst>
</file>

<file path=ppt/tags/tag23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63"/>
</p:tagLst>
</file>

<file path=ppt/tags/tag23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63"/>
</p:tagLst>
</file>

<file path=ppt/tags/tag24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a18b792f4dfe1d0ab9066401bab99b0dfde2568"/>
  <p:tag name="KSO_WM_NEWLAYOUT_GROUP_ID" val="layout_10009"/>
  <p:tag name="KSO_WM_NEWLAYOUT_ID" val="slide_97a51ff2b1722ceb"/>
</p:tagLst>
</file>

<file path=ppt/tags/tag2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2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5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63"/>
</p:tagLst>
</file>

<file path=ppt/tags/tag25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63"/>
</p:tagLst>
</file>

<file path=ppt/tags/tag25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63"/>
</p:tagLst>
</file>

<file path=ppt/tags/tag25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f15385f38f196eba80dc5a3ddf7aba8554ec87d"/>
  <p:tag name="KSO_WM_NEWLAYOUT_GROUP_ID" val="layout_51"/>
  <p:tag name="KSO_WM_NEWLAYOUT_ID" val="slide_852d700e72c68e5e"/>
</p:tagLst>
</file>

<file path=ppt/tags/tag25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5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5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6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2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6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63"/>
</p:tagLst>
</file>

<file path=ppt/tags/tag26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63"/>
</p:tagLst>
</file>

<file path=ppt/tags/tag26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63"/>
</p:tagLst>
</file>

<file path=ppt/tags/tag26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d1132cd1f0b66fe23b9dd0c62ee666362396e31"/>
  <p:tag name="KSO_WM_NEWLAYOUT_GROUP_ID" val="layout_34"/>
  <p:tag name="KSO_WM_NEWLAYOUT_ID" val="slide_e03d20003557b036"/>
</p:tagLst>
</file>

<file path=ppt/tags/tag2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7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63"/>
</p:tagLst>
</file>

<file path=ppt/tags/tag27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63"/>
</p:tagLst>
</file>

<file path=ppt/tags/tag27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63"/>
</p:tagLst>
</file>

<file path=ppt/tags/tag27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bb6833ef607b6896c5c78824f5e9a05d1c0eb75"/>
  <p:tag name="KSO_WM_NEWLAYOUT_GROUP_ID" val="layout_3"/>
  <p:tag name="KSO_WM_NEWLAYOUT_ID" val="slide_982a4e1c09d2a820"/>
</p:tagLst>
</file>

<file path=ppt/tags/tag278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79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2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82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83.xml><?xml version="1.0" encoding="utf-8"?>
<p:tagLst xmlns:p="http://schemas.openxmlformats.org/presentationml/2006/main">
  <p:tag name="KSO_WM_FIGMA_DECORATION_INDEX" val="8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2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86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287.xml><?xml version="1.0" encoding="utf-8"?>
<p:tagLst xmlns:p="http://schemas.openxmlformats.org/presentationml/2006/main">
  <p:tag name="KSO_WM_FIGMA_DECORATION_INDEX" val="9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2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9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63"/>
</p:tagLst>
</file>

<file path=ppt/tags/tag29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63"/>
</p:tagLst>
</file>

<file path=ppt/tags/tag29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63"/>
</p:tagLst>
</file>

<file path=ppt/tags/tag29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90380e0e618c7b9f6021b77a9cc1b5df6d1d872"/>
  <p:tag name="KSO_WM_NEWLAYOUT_GROUP_ID" val="layout_10012"/>
  <p:tag name="KSO_WM_NEWLAYOUT_ID" val="slide_ed19c0db6ed585c4"/>
</p:tagLst>
</file>

<file path=ppt/tags/tag29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0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63"/>
</p:tagLst>
</file>

<file path=ppt/tags/tag30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63"/>
</p:tagLst>
</file>

<file path=ppt/tags/tag30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63"/>
</p:tagLst>
</file>

<file path=ppt/tags/tag30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66535e56f6160d8fd83ffefe42bd0aef2fbe1e4"/>
  <p:tag name="KSO_WM_NEWLAYOUT_GROUP_ID" val="layout_60"/>
  <p:tag name="KSO_WM_NEWLAYOUT_ID" val="slide_03e21f5032d441c6"/>
</p:tagLst>
</file>

<file path=ppt/tags/tag30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06.xml><?xml version="1.0" encoding="utf-8"?>
<p:tagLst xmlns:p="http://schemas.openxmlformats.org/presentationml/2006/main">
  <p:tag name="KSO_WM_FIGMA_DECORATION_INDEX" val="18_contentModel"/>
  <p:tag name="$PH_EXT" val="2"/>
  <p:tag name="KSO_WM_BEAUTIFY_FLAG" val="#fgm#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"/>
  <p:tag name="KSO_WM_UNIT_TYPE" val="l_i"/>
</p:tagLst>
</file>

<file path=ppt/tags/tag3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0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63"/>
</p:tagLst>
</file>

<file path=ppt/tags/tag31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63"/>
</p:tagLst>
</file>

<file path=ppt/tags/tag31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63"/>
</p:tagLst>
</file>

<file path=ppt/tags/tag31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d4b0d5b5c4d5112479355348961674b20617f08"/>
  <p:tag name="KSO_WM_NEWLAYOUT_GROUP_ID" val="layout_26"/>
  <p:tag name="KSO_WM_NEWLAYOUT_ID" val="slide_f735ce61ce8c34f7"/>
</p:tagLst>
</file>

<file path=ppt/tags/tag31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3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1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3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3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2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63"/>
</p:tagLst>
</file>

<file path=ppt/tags/tag32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63"/>
</p:tagLst>
</file>

<file path=ppt/tags/tag32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63"/>
</p:tagLst>
</file>

<file path=ppt/tags/tag32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fc6acc0347988479713d0b6a489b39a17b69681"/>
  <p:tag name="KSO_WM_NEWLAYOUT_GROUP_ID" val="layout_57"/>
  <p:tag name="KSO_WM_NEWLAYOUT_ID" val="slide_729c42b1199d7149"/>
</p:tagLst>
</file>

<file path=ppt/tags/tag325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3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3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29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3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3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3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63"/>
</p:tagLst>
</file>

<file path=ppt/tags/tag33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63"/>
</p:tagLst>
</file>

<file path=ppt/tags/tag33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63"/>
</p:tagLst>
</file>

<file path=ppt/tags/tag33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e416ade4df469be012d8df3eb230a072ecadbff"/>
  <p:tag name="KSO_WM_NEWLAYOUT_GROUP_ID" val="layout_39"/>
  <p:tag name="KSO_WM_NEWLAYOUT_ID" val="slide_fc800c420fce2d4d"/>
</p:tagLst>
</file>

<file path=ppt/tags/tag33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38.xml><?xml version="1.0" encoding="utf-8"?>
<p:tagLst xmlns:p="http://schemas.openxmlformats.org/presentationml/2006/main">
  <p:tag name="KSO_WM_FIGMA_DECORATION_INDEX" val="1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3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4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342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3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4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63"/>
</p:tagLst>
</file>

<file path=ppt/tags/tag34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63"/>
</p:tagLst>
</file>

<file path=ppt/tags/tag34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63"/>
</p:tagLst>
</file>

<file path=ppt/tags/tag34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788e7e9fc8242f4466ae17c2738155915bff276"/>
  <p:tag name="KSO_WM_NEWLAYOUT_GROUP_ID" val="layout_6"/>
  <p:tag name="KSO_WM_NEWLAYOUT_ID" val="slide_90919a0def1ff6d1"/>
</p:tagLst>
</file>

<file path=ppt/tags/tag34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5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3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5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3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5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63"/>
</p:tagLst>
</file>

<file path=ppt/tags/tag35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63"/>
</p:tagLst>
</file>

<file path=ppt/tags/tag35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63"/>
</p:tagLst>
</file>

<file path=ppt/tags/tag35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ad0c17d00329a83cbedb30360d4c909cd2fc86f"/>
  <p:tag name="KSO_WM_NEWLAYOUT_GROUP_ID" val="layout_59"/>
  <p:tag name="KSO_WM_NEWLAYOUT_ID" val="slide_20c1f52a92422207"/>
</p:tagLst>
</file>

<file path=ppt/tags/tag36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6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3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6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3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6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3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7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63"/>
</p:tagLst>
</file>

<file path=ppt/tags/tag37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63"/>
</p:tagLst>
</file>

<file path=ppt/tags/tag37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63"/>
</p:tagLst>
</file>

<file path=ppt/tags/tag37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f2dcfa0580e416a5bd67d3cde81417337ebfc01"/>
  <p:tag name="KSO_WM_NEWLAYOUT_GROUP_ID" val="layout_30"/>
  <p:tag name="KSO_WM_NEWLAYOUT_ID" val="slide_a16b2b5fbc98ea23"/>
</p:tagLst>
</file>

<file path=ppt/tags/tag37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7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3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7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3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8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3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8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</p:tagLst>
</file>

<file path=ppt/tags/tag3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3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38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63"/>
</p:tagLst>
</file>

<file path=ppt/tags/tag38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63"/>
</p:tagLst>
</file>

<file path=ppt/tags/tag38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63"/>
</p:tagLst>
</file>

<file path=ppt/tags/tag39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93795c9d0f9b5800ee9b7317acc368cc37e0a8c"/>
  <p:tag name="KSO_WM_NEWLAYOUT_GROUP_ID" val="layout_49"/>
  <p:tag name="KSO_WM_NEWLAYOUT_ID" val="slide_0b87b9ac6d16dc7c"/>
</p:tagLst>
</file>

<file path=ppt/tags/tag391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3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3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95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3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3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99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4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4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40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63"/>
</p:tagLst>
</file>

<file path=ppt/tags/tag40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63"/>
</p:tagLst>
</file>

<file path=ppt/tags/tag40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63"/>
</p:tagLst>
</file>

<file path=ppt/tags/tag40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357734f623556f4a00c11dfbe1a52691d59e0fb"/>
  <p:tag name="KSO_WM_NEWLAYOUT_GROUP_ID" val="layout_31"/>
  <p:tag name="KSO_WM_NEWLAYOUT_ID" val="slide_d233a04c91228a1b"/>
</p:tagLst>
</file>

<file path=ppt/tags/tag40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4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4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1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4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4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1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4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4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41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63"/>
</p:tagLst>
</file>

<file path=ppt/tags/tag42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63"/>
</p:tagLst>
</file>

<file path=ppt/tags/tag42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263"/>
</p:tagLst>
</file>

<file path=ppt/tags/tag42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05ebfcb83a1db08fde6560e0e56074bd2ce0083"/>
  <p:tag name="KSO_WM_NEWLAYOUT_GROUP_ID" val="layout_10008"/>
  <p:tag name="KSO_WM_NEWLAYOUT_ID" val="slide_0ec4738fd65f55b2"/>
</p:tagLst>
</file>

<file path=ppt/tags/tag423.xml><?xml version="1.0" encoding="utf-8"?>
<p:tagLst xmlns:p="http://schemas.openxmlformats.org/presentationml/2006/main">
  <p:tag name="KSO_WM_FIGMA_DECORATION_INDEX" val="1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4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26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4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29.xml><?xml version="1.0" encoding="utf-8"?>
<p:tagLst xmlns:p="http://schemas.openxmlformats.org/presentationml/2006/main">
  <p:tag name="KSO_WM_FIGMA_DECORATION_INDEX" val="3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4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432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433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434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43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0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436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0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43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0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438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0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43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0"/>
  <p:tag name="KSO_WM_TEMPLATE_CATEGORY" val="custom"/>
  <p:tag name="KSO_WM_TEMPLATE_INDEX" val="40490404"/>
</p:tagLst>
</file>

<file path=ppt/tags/tag44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350"/>
  <p:tag name="KSO_WM_TEMPLATE_CATEGORY" val="custom"/>
  <p:tag name="KSO_WM_TEMPLATE_INDEX" val="40490404"/>
</p:tagLst>
</file>

<file path=ppt/tags/tag441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442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44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</p:tagLst>
</file>

<file path=ppt/tags/tag444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d799d37ec7ee1a76"/>
  <p:tag name="KSO_WM_TEMPLATE_THUMBS_INDEX" val="1、9"/>
  <p:tag name="KSO_WM_TEMPLATE_INDEX" val="40490404"/>
  <p:tag name="KSO_WM_TEMPLATE_CATEGORY" val="custom"/>
  <p:tag name="KSO_WM_TEMPLATE_MASTER_TYPE" val="0"/>
  <p:tag name="KSO_WM_TAG_VERSION" val="3.0"/>
</p:tagLst>
</file>

<file path=ppt/tags/tag445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SUBTYPE" val="c"/>
  <p:tag name="KSO_WM_UNIT_TEXT_TYPE" val="1"/>
  <p:tag name="KSO_WM_UNIT_TYPE" val="f"/>
  <p:tag name="KSO_WM_UNIT_ID" val="custom40490404_1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  <p:tag name="KSO_WM_UNIT_PRESET_TEXT" val="20XX YEAR"/>
</p:tagLst>
</file>

<file path=ppt/tags/tag446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49e5afd4b019df67b72c85a00b55292762c3feec"/>
  <p:tag name="KSO_WM_NEWLAYOUT_ID" val="22"/>
  <p:tag name="KSO_WM_UNIT_ID" val="custom40490404_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  <p:tag name="KSO_WM_UNIT_PRESET_TEXT" val="单击此处&#10;添加文档标题"/>
</p:tagLst>
</file>

<file path=ppt/tags/tag447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2"/>
  <p:tag name="KSO_WM_UNIT_SUBTYPE" val="b"/>
  <p:tag name="KSO_WM_UNIT_TEXT_TYPE" val="1"/>
  <p:tag name="KSO_WM_UNIT_ID" val="custom40490404_1*f*2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  <p:tag name="KSO_WM_UNIT_PRESET_TEXT" val="BY WPS"/>
</p:tagLst>
</file>

<file path=ppt/tags/tag448.xml><?xml version="1.0" encoding="utf-8"?>
<p:tagLst xmlns:p="http://schemas.openxmlformats.org/presentationml/2006/main">
  <p:tag name="KSO_WM_BEAUTIFY_FLAG" val="#wm#"/>
  <p:tag name="KSO_WM_SLIDE_CONTENT_ORIENTATION" val="left"/>
  <p:tag name="KSO_WM_SLIDE_HAS_MASK" val="0"/>
  <p:tag name="KSO_WM_SLIDE_ID" val="custom40490404_1"/>
  <p:tag name="KSO_WM_SLIDE_INDEX" val="1"/>
  <p:tag name="KSO_WM_SLIDE_ITEM_CNT" val="0"/>
  <p:tag name="KSO_WM_SLIDE_LAYOUT" val="a_f"/>
  <p:tag name="KSO_WM_SLIDE_LAYOUT_CNT" val="1_2"/>
  <p:tag name="KSO_WM_SLIDE_TYPE" val="title"/>
  <p:tag name="KSO_WM_TAG_VERSION" val="3.0"/>
  <p:tag name="KSO_WM_TEMPLATE_CATEGORY" val="custom"/>
  <p:tag name="KSO_WM_TEMPLATE_INDEX" val="40490404"/>
  <p:tag name="KSO_WM_TEMPLATE_MASTER_TYPE" val="0"/>
  <p:tag name="KSO_WM_TEMPLATE_SLIDE_ID" val="slide_d799d37ec7ee1a76"/>
  <p:tag name="KSO_WM_TEMPLATE_SUBCATEGORY" val="29"/>
  <p:tag name="KSO_WM_TEMPLATE_THUMBS_INDEX" val="1、9"/>
</p:tagLst>
</file>

<file path=ppt/tags/tag449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13a9bdb63999a1c161e81253f6dd70c7e7ab88c2"/>
  <p:tag name="KSO_WM_NEWLAYOUT_ID" val="30"/>
  <p:tag name="KSO_WM_UNIT_ID" val="custom40490404_7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  <p:tag name="KSO_WM_UNIT_PRESET_TEXT" val="单击此处添加章节标题"/>
</p:tagLst>
</file>

<file path=ppt/tags/tag450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ID" val="custom40490404_7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  <p:tag name="KSO_WM_UNIT_PRESET_TEXT" val="01"/>
</p:tagLst>
</file>

<file path=ppt/tags/tag451.xml><?xml version="1.0" encoding="utf-8"?>
<p:tagLst xmlns:p="http://schemas.openxmlformats.org/presentationml/2006/main">
  <p:tag name="KSO_WM_BEAUTIFY_FLAG" val="#wm#"/>
  <p:tag name="KSO_WM_SLIDE_CONTENT_ORIENTATION" val="right"/>
  <p:tag name="KSO_WM_SLIDE_HAS_MASK" val="0"/>
  <p:tag name="KSO_WM_SLIDE_ID" val="custom40490404_7"/>
  <p:tag name="KSO_WM_SLIDE_INDEX" val="3"/>
  <p:tag name="KSO_WM_SLIDE_ITEM_CNT" val="0"/>
  <p:tag name="KSO_WM_SLIDE_LAYOUT" val="a_e"/>
  <p:tag name="KSO_WM_SLIDE_LAYOUT_CNT" val="1_1"/>
  <p:tag name="KSO_WM_SLIDE_TYPE" val="sectionTitle"/>
  <p:tag name="KSO_WM_TAG_VERSION" val="3.0"/>
  <p:tag name="KSO_WM_TEMPLATE_CATEGORY" val="custom"/>
  <p:tag name="KSO_WM_TEMPLATE_INDEX" val="40490404"/>
  <p:tag name="KSO_WM_TEMPLATE_MASTER_TYPE" val="0"/>
  <p:tag name="KSO_WM_TEMPLATE_SLIDE_ID" val="slide_d635315789958f2d"/>
  <p:tag name="KSO_WM_TEMPLATE_SUBCATEGORY" val="29"/>
</p:tagLst>
</file>

<file path=ppt/tags/tag45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da185ea9e07c59a837367df0f17ae38ca0129e3"/>
  <p:tag name="KSO_WM_NEWLAYOUT_GROUP_ID" val="layout_35"/>
  <p:tag name="KSO_WM_NEWLAYOUT_ID" val="slide_3a8d68c4cb9e2e1d"/>
  <p:tag name="KSO_WM_UNIT_PRESET_TEXT" val="单击此处添加标题"/>
</p:tagLst>
</file>

<file path=ppt/tags/tag4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  <p:tag name="KSO_WM_UNIT_PRESET_TEXT" val="01"/>
</p:tagLst>
</file>

<file path=ppt/tags/tag4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  <p:tag name="KSO_WM_UNIT_PRESET_TEXT" val="02"/>
</p:tagLst>
</file>

<file path=ppt/tags/tag4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  <p:tag name="KSO_WM_UNIT_PRESET_TEXT" val="03"/>
</p:tagLst>
</file>

<file path=ppt/tags/tag4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4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462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9677"/>
  <p:tag name="KSO_WM_TEMPLATE_SLIDE_ID" val="slide_3a8d68c4cb9e2e1d"/>
</p:tagLst>
</file>

<file path=ppt/tags/tag46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9b9bfd3a7d33a456d111f4e83de023d6d405d73"/>
  <p:tag name="KSO_WM_NEWLAYOUT_GROUP_ID" val="layout_10007"/>
  <p:tag name="KSO_WM_NEWLAYOUT_ID" val="slide_c162246a47120d9c"/>
  <p:tag name="KSO_WM_UNIT_PRESET_TEXT" val="单击此处添加标题"/>
</p:tagLst>
</file>

<file path=ppt/tags/tag4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4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470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9677"/>
  <p:tag name="KSO_WM_TEMPLATE_SLIDE_ID" val="slide_c162246a47120d9c"/>
</p:tagLst>
</file>

<file path=ppt/tags/tag471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13a9bdb63999a1c161e81253f6dd70c7e7ab88c2"/>
  <p:tag name="KSO_WM_NEWLAYOUT_ID" val="30"/>
  <p:tag name="KSO_WM_UNIT_ID" val="custom40490404_7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  <p:tag name="KSO_WM_UNIT_PRESET_TEXT" val="单击此处添加章节标题"/>
</p:tagLst>
</file>

<file path=ppt/tags/tag472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ID" val="custom40490404_7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  <p:tag name="KSO_WM_UNIT_PRESET_TEXT" val="01"/>
</p:tagLst>
</file>

<file path=ppt/tags/tag473.xml><?xml version="1.0" encoding="utf-8"?>
<p:tagLst xmlns:p="http://schemas.openxmlformats.org/presentationml/2006/main">
  <p:tag name="KSO_WM_BEAUTIFY_FLAG" val="#wm#"/>
  <p:tag name="KSO_WM_SLIDE_CONTENT_ORIENTATION" val="right"/>
  <p:tag name="KSO_WM_SLIDE_HAS_MASK" val="0"/>
  <p:tag name="KSO_WM_SLIDE_ID" val="custom40490404_7"/>
  <p:tag name="KSO_WM_SLIDE_INDEX" val="3"/>
  <p:tag name="KSO_WM_SLIDE_ITEM_CNT" val="0"/>
  <p:tag name="KSO_WM_SLIDE_LAYOUT" val="a_e"/>
  <p:tag name="KSO_WM_SLIDE_LAYOUT_CNT" val="1_1"/>
  <p:tag name="KSO_WM_SLIDE_TYPE" val="sectionTitle"/>
  <p:tag name="KSO_WM_TAG_VERSION" val="3.0"/>
  <p:tag name="KSO_WM_TEMPLATE_CATEGORY" val="custom"/>
  <p:tag name="KSO_WM_TEMPLATE_INDEX" val="40490404"/>
  <p:tag name="KSO_WM_TEMPLATE_MASTER_TYPE" val="0"/>
  <p:tag name="KSO_WM_TEMPLATE_SLIDE_ID" val="slide_d635315789958f2d"/>
  <p:tag name="KSO_WM_TEMPLATE_SUBCATEGORY" val="29"/>
</p:tagLst>
</file>

<file path=ppt/tags/tag47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0066ccfb38b97e26f71fbcc1f38961d809b9149"/>
  <p:tag name="KSO_WM_NEWLAYOUT_GROUP_ID" val="layout_27"/>
  <p:tag name="KSO_WM_NEWLAYOUT_ID" val="slide_32796d7565842e22"/>
  <p:tag name="KSO_WM_UNIT_PRESET_TEXT" val="单击此处添加标题"/>
</p:tagLst>
</file>

<file path=ppt/tags/tag475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4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  <p:tag name="KSO_WM_UNIT_PRESET_TEXT" val="01"/>
</p:tagLst>
</file>

<file path=ppt/tags/tag4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79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4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  <p:tag name="KSO_WM_UNIT_PRESET_TEXT" val="02"/>
</p:tagLst>
</file>

<file path=ppt/tags/tag4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83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4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  <p:tag name="KSO_WM_UNIT_PRESET_TEXT" val="03"/>
</p:tagLst>
</file>

<file path=ppt/tags/tag4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4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487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  <p:tag name="KSO_WM_UNIT_PRESET_TEXT" val=" "/>
</p:tagLst>
</file>

<file path=ppt/tags/tag4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2"/>
  <p:tag name="KSO_WM_UNIT_SUBTYPE" val="d"/>
  <p:tag name="KSO_WM_UNIT_TYPE" val="l_h_i"/>
  <p:tag name="KSO_WM_UNIT_PRESET_TEXT" val="04"/>
</p:tagLst>
</file>

<file path=ppt/tags/tag4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</p:tagLst>
</file>

<file path=ppt/tags/tag4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491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39677"/>
  <p:tag name="KSO_WM_TEMPLATE_SLIDE_ID" val="slide_32796d7565842e22"/>
</p:tagLst>
</file>

<file path=ppt/tags/tag492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13a9bdb63999a1c161e81253f6dd70c7e7ab88c2"/>
  <p:tag name="KSO_WM_NEWLAYOUT_ID" val="30"/>
  <p:tag name="KSO_WM_UNIT_ID" val="custom40490404_7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  <p:tag name="KSO_WM_UNIT_PRESET_TEXT" val="单击此处添加章节标题"/>
</p:tagLst>
</file>

<file path=ppt/tags/tag493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ID" val="custom40490404_7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  <p:tag name="KSO_WM_UNIT_PRESET_TEXT" val="01"/>
</p:tagLst>
</file>

<file path=ppt/tags/tag494.xml><?xml version="1.0" encoding="utf-8"?>
<p:tagLst xmlns:p="http://schemas.openxmlformats.org/presentationml/2006/main">
  <p:tag name="KSO_WM_BEAUTIFY_FLAG" val="#wm#"/>
  <p:tag name="KSO_WM_SLIDE_CONTENT_ORIENTATION" val="right"/>
  <p:tag name="KSO_WM_SLIDE_HAS_MASK" val="0"/>
  <p:tag name="KSO_WM_SLIDE_ID" val="custom40490404_7"/>
  <p:tag name="KSO_WM_SLIDE_INDEX" val="3"/>
  <p:tag name="KSO_WM_SLIDE_ITEM_CNT" val="0"/>
  <p:tag name="KSO_WM_SLIDE_LAYOUT" val="a_e"/>
  <p:tag name="KSO_WM_SLIDE_LAYOUT_CNT" val="1_1"/>
  <p:tag name="KSO_WM_SLIDE_TYPE" val="sectionTitle"/>
  <p:tag name="KSO_WM_TAG_VERSION" val="3.0"/>
  <p:tag name="KSO_WM_TEMPLATE_CATEGORY" val="custom"/>
  <p:tag name="KSO_WM_TEMPLATE_INDEX" val="40490404"/>
  <p:tag name="KSO_WM_TEMPLATE_MASTER_TYPE" val="0"/>
  <p:tag name="KSO_WM_TEMPLATE_SLIDE_ID" val="slide_d635315789958f2d"/>
  <p:tag name="KSO_WM_TEMPLATE_SUBCATEGORY" val="29"/>
</p:tagLst>
</file>

<file path=ppt/tags/tag49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f903a5440bc3d3c51f8b9ab915e62c196cbe158"/>
  <p:tag name="KSO_WM_NEWLAYOUT_GROUP_ID" val="layout_10003"/>
  <p:tag name="KSO_WM_NEWLAYOUT_ID" val="slide_1766f3ab37d21f6e"/>
  <p:tag name="KSO_WM_UNIT_PRESET_TEXT" val="单击此处添加标题"/>
</p:tagLst>
</file>

<file path=ppt/tags/tag4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49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4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50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5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50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5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5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项标题"/>
</p:tagLst>
</file>

<file path=ppt/tags/tag50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  <p:tag name="KSO_WM_UNIT_PRESET_TEXT" val=" "/>
</p:tagLst>
</file>

<file path=ppt/tags/tag5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508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39677"/>
  <p:tag name="KSO_WM_TEMPLATE_SLIDE_ID" val="slide_1766f3ab37d21f6e"/>
</p:tagLst>
</file>

<file path=ppt/tags/tag509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13a9bdb63999a1c161e81253f6dd70c7e7ab88c2"/>
  <p:tag name="KSO_WM_NEWLAYOUT_ID" val="30"/>
  <p:tag name="KSO_WM_UNIT_ID" val="custom40490404_7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  <p:tag name="KSO_WM_UNIT_PRESET_TEXT" val="单击此处添加章节标题"/>
</p:tagLst>
</file>

<file path=ppt/tags/tag510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ID" val="custom40490404_7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  <p:tag name="KSO_WM_UNIT_PRESET_TEXT" val="01"/>
</p:tagLst>
</file>

<file path=ppt/tags/tag511.xml><?xml version="1.0" encoding="utf-8"?>
<p:tagLst xmlns:p="http://schemas.openxmlformats.org/presentationml/2006/main">
  <p:tag name="KSO_WM_BEAUTIFY_FLAG" val="#wm#"/>
  <p:tag name="KSO_WM_SLIDE_CONTENT_ORIENTATION" val="right"/>
  <p:tag name="KSO_WM_SLIDE_HAS_MASK" val="0"/>
  <p:tag name="KSO_WM_SLIDE_ID" val="custom40490404_7"/>
  <p:tag name="KSO_WM_SLIDE_INDEX" val="3"/>
  <p:tag name="KSO_WM_SLIDE_ITEM_CNT" val="0"/>
  <p:tag name="KSO_WM_SLIDE_LAYOUT" val="a_e"/>
  <p:tag name="KSO_WM_SLIDE_LAYOUT_CNT" val="1_1"/>
  <p:tag name="KSO_WM_SLIDE_TYPE" val="sectionTitle"/>
  <p:tag name="KSO_WM_TAG_VERSION" val="3.0"/>
  <p:tag name="KSO_WM_TEMPLATE_CATEGORY" val="custom"/>
  <p:tag name="KSO_WM_TEMPLATE_INDEX" val="40490404"/>
  <p:tag name="KSO_WM_TEMPLATE_MASTER_TYPE" val="0"/>
  <p:tag name="KSO_WM_TEMPLATE_SLIDE_ID" val="slide_d635315789958f2d"/>
  <p:tag name="KSO_WM_TEMPLATE_SUBCATEGORY" val="29"/>
</p:tagLst>
</file>

<file path=ppt/tags/tag51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1eeda904f1b4fb031cb2a82e1b28aaceb77deaa"/>
  <p:tag name="KSO_WM_NEWLAYOUT_GROUP_ID" val="layout_10004"/>
  <p:tag name="KSO_WM_NEWLAYOUT_ID" val="slide_e0ba20cb02247c91"/>
  <p:tag name="KSO_WM_UNIT_PRESET_TEXT" val="单击此处添加标题"/>
</p:tagLst>
</file>

<file path=ppt/tags/tag51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5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添加项标题"/>
</p:tagLst>
</file>

<file path=ppt/tags/tag5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1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5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添加项标题"/>
</p:tagLst>
</file>

<file path=ppt/tags/tag5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1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5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添加项标题"/>
</p:tagLst>
</file>

<file path=ppt/tags/tag5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522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9677"/>
  <p:tag name="KSO_WM_TEMPLATE_SLIDE_ID" val="slide_e0ba20cb02247c91"/>
</p:tagLst>
</file>

<file path=ppt/tags/tag52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8e68492f3747b2be36e9caa4e2e0fe30f41b37b"/>
  <p:tag name="KSO_WM_NEWLAYOUT_GROUP_ID" val="layout_2"/>
  <p:tag name="KSO_WM_NEWLAYOUT_ID" val="slide_dbd12360534da726"/>
  <p:tag name="KSO_WM_UNIT_PRESET_TEXT" val="单击此处添加标题"/>
</p:tagLst>
</file>

<file path=ppt/tags/tag52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5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https://sjzg-images.ks3-cn-beijing-internal.ksyun.com/tim_gen_images/doubao_gen/c07410a31f0c5fd9a6aa673e21655a40_0.png?Expires=1764757256\u0026AWSAccessKeyId=AKLTHzmNYxS86KQFnb2pvxtA\u0026Signature=ZzXBJBRTDaR5k7DEytRoTLI9Wiw%3D&quot;,&quot;product_name&quot;:&quot;wps-wpp-pc&quot;,&quot;intention_code&quot;:&quot;wps_wpp_generate_doc_pay&quot;}*auto_cache_hit_ai_v2.2.0_ONLINE*3635386139633133643466306639643030636532333031383635363730336536-slide-12"/>
</p:tagLst>
</file>

<file path=ppt/tags/tag5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添加项标题"/>
</p:tagLst>
</file>

<file path=ppt/tags/tag5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28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5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VCG41N1464325710&quot;,&quot;product_name&quot;:&quot;wps-wpp-pc&quot;,&quot;intention_code&quot;:&quot;wps_wpp_generate_doc_pay&quot;}*auto_gallery_ai_v2.2.0_ONLINE*3635386139633133643466306639643030636532333031383635363730336536-slide-12"/>
</p:tagLst>
</file>

<file path=ppt/tags/tag5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添加项标题"/>
</p:tagLst>
</file>

<file path=ppt/tags/tag5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3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5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id&quot;:&quot;VCG41N178833836&quot;,&quot;product_name&quot;:&quot;wps-wpp-pc&quot;,&quot;intention_code&quot;:&quot;wps_wpp_generate_doc_pay&quot;}*auto_gallery_ai_v2.2.0_ONLINE*3635386139633133643466306639643030636532333031383635363730336536-slide-12"/>
</p:tagLst>
</file>

<file path=ppt/tags/tag5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添加项标题"/>
</p:tagLst>
</file>

<file path=ppt/tags/tag5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536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9677"/>
  <p:tag name="KSO_WM_TEMPLATE_SLIDE_ID" val="slide_dbd12360534da726"/>
</p:tagLst>
</file>

<file path=ppt/tags/tag53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d8ed6e7d4a98c27ca7aa07f04a0ad2249c4d2b5"/>
  <p:tag name="KSO_WM_NEWLAYOUT_GROUP_ID" val="layout_10013"/>
  <p:tag name="KSO_WM_NEWLAYOUT_ID" val="slide_2b9069f18f10c117"/>
  <p:tag name="KSO_WM_UNIT_PRESET_TEXT" val="单击此处添加标题"/>
</p:tagLst>
</file>

<file path=ppt/tags/tag53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http://zh-ai-group.ks3-cn-beijing-internal.ksyun.com/image_generate/image_process/production/202512/aa75a180-22fc-4c38-84da-2846a0f8d73d.jpg?Expires=1796206857\u0026AWSAccessKeyId=AKLT9NSy7kh8TIS1UzNqLRY2\u0026Signature=IobipcGERlZk8lt6AjnAU3EjXzo%3D&quot;,&quot;product_name&quot;:&quot;wps-wpp-pc&quot;,&quot;intention_code&quot;:&quot;wps_wpp_generate_doc_pay&quot;}*auto_qingqiu_ai_v2.2.0_ONLINE*3635386139633133643466306639643030636532333031383635363730336536-slide-13"/>
</p:tagLst>
</file>

<file path=ppt/tags/tag5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5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5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5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545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9677"/>
  <p:tag name="KSO_WM_TEMPLATE_SLIDE_ID" val="slide_2b9069f18f10c117"/>
</p:tagLst>
</file>

<file path=ppt/tags/tag54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a18b792f4dfe1d0ab9066401bab99b0dfde2568"/>
  <p:tag name="KSO_WM_NEWLAYOUT_GROUP_ID" val="layout_10009"/>
  <p:tag name="KSO_WM_NEWLAYOUT_ID" val="slide_97a51ff2b1722ceb"/>
  <p:tag name="KSO_WM_UNIT_PRESET_TEXT" val="单击此处添加标题"/>
</p:tagLst>
</file>

<file path=ppt/tags/tag5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VCG41N1345936580&quot;,&quot;product_name&quot;:&quot;wps-wpp-pc&quot;,&quot;intention_code&quot;:&quot;wps_wpp_generate_doc_pay&quot;}*auto_gallery_ai_v2.2.0_ONLINE*3635386139633133643466306639643030636532333031383635363730336536-slide-14"/>
</p:tagLst>
</file>

<file path=ppt/tags/tag5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5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VCG41N147701275&quot;,&quot;product_name&quot;:&quot;wps-wpp-pc&quot;,&quot;intention_code&quot;:&quot;wps_wpp_generate_doc_pay&quot;}*auto_gallery_ai_v2.2.0_ONLINE*3635386139633133643466306639643030636532333031383635363730336536-slide-14"/>
</p:tagLst>
</file>

<file path=ppt/tags/tag5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5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id&quot;:&quot;VCG41N1446899901&quot;,&quot;product_name&quot;:&quot;wps-wpp-pc&quot;,&quot;intention_code&quot;:&quot;wps_wpp_generate_doc_pay&quot;}*auto_gallery_ai_v2.2.0_ONLINE*3635386139633133643466306639643030636532333031383635363730336536-slide-14"/>
</p:tagLst>
</file>

<file path=ppt/tags/tag5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5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556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9677"/>
  <p:tag name="KSO_WM_TEMPLATE_SLIDE_ID" val="slide_97a51ff2b1722ceb"/>
</p:tagLst>
</file>

<file path=ppt/tags/tag55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f15385f38f196eba80dc5a3ddf7aba8554ec87d"/>
  <p:tag name="KSO_WM_NEWLAYOUT_GROUP_ID" val="layout_51"/>
  <p:tag name="KSO_WM_NEWLAYOUT_ID" val="slide_852d700e72c68e5e"/>
  <p:tag name="KSO_WM_UNIT_PRESET_TEXT" val="单击此处添加标题"/>
</p:tagLst>
</file>

<file path=ppt/tags/tag55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http://zh-ai-group.ks3-cn-beijing-internal.ksyun.com/image_generate/image_process/production/202512/7e535559-b6d0-40bb-ba8a-d6b85bd53f15.jpg?Expires=1796206857\u0026AWSAccessKeyId=AKLT9NSy7kh8TIS1UzNqLRY2\u0026Signature=1HvZVHCGiIL%2BfVPePJerkGLYnyI%3D&quot;,&quot;product_name&quot;:&quot;wps-wpp-pc&quot;,&quot;intention_code&quot;:&quot;wps_wpp_generate_doc_pay&quot;}*auto_qingqiu_ai_v2.2.0_ONLINE*3635386139633133643466306639643030636532333031383635363730336536-slide-15"/>
</p:tagLst>
</file>

<file path=ppt/tags/tag55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5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5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6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5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5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6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5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5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568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9677"/>
  <p:tag name="KSO_WM_TEMPLATE_SLIDE_ID" val="slide_852d700e72c68e5e"/>
</p:tagLst>
</file>

<file path=ppt/tags/tag569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13a9bdb63999a1c161e81253f6dd70c7e7ab88c2"/>
  <p:tag name="KSO_WM_NEWLAYOUT_ID" val="30"/>
  <p:tag name="KSO_WM_UNIT_ID" val="custom40490404_7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  <p:tag name="KSO_WM_UNIT_PRESET_TEXT" val="单击此处添加章节标题"/>
</p:tagLst>
</file>

<file path=ppt/tags/tag570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ID" val="custom40490404_7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  <p:tag name="KSO_WM_UNIT_PRESET_TEXT" val="01"/>
</p:tagLst>
</file>

<file path=ppt/tags/tag571.xml><?xml version="1.0" encoding="utf-8"?>
<p:tagLst xmlns:p="http://schemas.openxmlformats.org/presentationml/2006/main">
  <p:tag name="KSO_WM_BEAUTIFY_FLAG" val="#wm#"/>
  <p:tag name="KSO_WM_SLIDE_CONTENT_ORIENTATION" val="right"/>
  <p:tag name="KSO_WM_SLIDE_HAS_MASK" val="0"/>
  <p:tag name="KSO_WM_SLIDE_ID" val="custom40490404_7"/>
  <p:tag name="KSO_WM_SLIDE_INDEX" val="3"/>
  <p:tag name="KSO_WM_SLIDE_ITEM_CNT" val="0"/>
  <p:tag name="KSO_WM_SLIDE_LAYOUT" val="a_e"/>
  <p:tag name="KSO_WM_SLIDE_LAYOUT_CNT" val="1_1"/>
  <p:tag name="KSO_WM_SLIDE_TYPE" val="sectionTitle"/>
  <p:tag name="KSO_WM_TAG_VERSION" val="3.0"/>
  <p:tag name="KSO_WM_TEMPLATE_CATEGORY" val="custom"/>
  <p:tag name="KSO_WM_TEMPLATE_INDEX" val="40490404"/>
  <p:tag name="KSO_WM_TEMPLATE_MASTER_TYPE" val="0"/>
  <p:tag name="KSO_WM_TEMPLATE_SLIDE_ID" val="slide_d635315789958f2d"/>
  <p:tag name="KSO_WM_TEMPLATE_SUBCATEGORY" val="29"/>
</p:tagLst>
</file>

<file path=ppt/tags/tag57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d1132cd1f0b66fe23b9dd0c62ee666362396e31"/>
  <p:tag name="KSO_WM_NEWLAYOUT_GROUP_ID" val="layout_34"/>
  <p:tag name="KSO_WM_NEWLAYOUT_ID" val="slide_e03d20003557b036"/>
  <p:tag name="KSO_WM_UNIT_PRESET_TEXT" val="单击此处添加标题"/>
</p:tagLst>
</file>

<file path=ppt/tags/tag5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VCG41N1396478804&quot;,&quot;product_name&quot;:&quot;wps-wpp-pc&quot;,&quot;intention_code&quot;:&quot;wps_wpp_generate_doc_pay&quot;}*auto_gallery_ai_v2.2.0_ONLINE*3635386139633133643466306639643030636532333031383635363730336536-slide-17"/>
</p:tagLst>
</file>

<file path=ppt/tags/tag5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5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VCG41N838082938&quot;,&quot;product_name&quot;:&quot;wps-wpp-pc&quot;,&quot;intention_code&quot;:&quot;wps_wpp_generate_doc_pay&quot;}*auto_gallery_ai_v2.2.0_ONLINE*3635386139633133643466306639643030636532333031383635363730336536-slide-17"/>
</p:tagLst>
</file>

<file path=ppt/tags/tag5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5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79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39677"/>
  <p:tag name="KSO_WM_TEMPLATE_SLIDE_ID" val="slide_e03d20003557b036"/>
</p:tagLst>
</file>

<file path=ppt/tags/tag58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bb6833ef607b6896c5c78824f5e9a05d1c0eb75"/>
  <p:tag name="KSO_WM_NEWLAYOUT_GROUP_ID" val="layout_3"/>
  <p:tag name="KSO_WM_NEWLAYOUT_ID" val="slide_982a4e1c09d2a820"/>
  <p:tag name="KSO_WM_UNIT_PRESET_TEXT" val="单击此处添加标题"/>
</p:tagLst>
</file>

<file path=ppt/tags/tag581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582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5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5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85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586.xml><?xml version="1.0" encoding="utf-8"?>
<p:tagLst xmlns:p="http://schemas.openxmlformats.org/presentationml/2006/main">
  <p:tag name="KSO_WM_FIGMA_DECORATION_INDEX" val="8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5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5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89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590.xml><?xml version="1.0" encoding="utf-8"?>
<p:tagLst xmlns:p="http://schemas.openxmlformats.org/presentationml/2006/main">
  <p:tag name="KSO_WM_FIGMA_DECORATION_INDEX" val="9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5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5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593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9677"/>
  <p:tag name="KSO_WM_TEMPLATE_SLIDE_ID" val="slide_982a4e1c09d2a820"/>
</p:tagLst>
</file>

<file path=ppt/tags/tag59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90380e0e618c7b9f6021b77a9cc1b5df6d1d872"/>
  <p:tag name="KSO_WM_NEWLAYOUT_GROUP_ID" val="layout_10012"/>
  <p:tag name="KSO_WM_NEWLAYOUT_ID" val="slide_ed19c0db6ed585c4"/>
  <p:tag name="KSO_WM_UNIT_PRESET_TEXT" val="单击此处添加标题"/>
</p:tagLst>
</file>

<file path=ppt/tags/tag59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VCG211400657656&quot;,&quot;product_name&quot;:&quot;wps-wpp-pc&quot;,&quot;intention_code&quot;:&quot;wps_wpp_generate_doc_pay&quot;}*auto_gallery_ai_v2.2.0_ONLINE*3635386139633133643466306639643030636532333031383635363730336536-slide-19"/>
</p:tagLst>
</file>

<file path=ppt/tags/tag5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5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5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6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6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602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9677"/>
  <p:tag name="KSO_WM_TEMPLATE_SLIDE_ID" val="slide_ed19c0db6ed585c4"/>
</p:tagLst>
</file>

<file path=ppt/tags/tag60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66535e56f6160d8fd83ffefe42bd0aef2fbe1e4"/>
  <p:tag name="KSO_WM_NEWLAYOUT_GROUP_ID" val="layout_60"/>
  <p:tag name="KSO_WM_NEWLAYOUT_ID" val="slide_03e21f5032d441c6"/>
  <p:tag name="KSO_WM_UNIT_PRESET_TEXT" val="单击此处添加标题"/>
</p:tagLst>
</file>

<file path=ppt/tags/tag60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VCG41N1349337038&quot;,&quot;product_name&quot;:&quot;wps-wpp-pc&quot;,&quot;intention_code&quot;:&quot;wps_wpp_generate_doc_pay&quot;}*auto_gallery_ai_v2.2.0_ONLINE*3635386139633133643466306639643030636532333031383635363730336536-slide-20"/>
</p:tagLst>
</file>

<file path=ppt/tags/tag605.xml><?xml version="1.0" encoding="utf-8"?>
<p:tagLst xmlns:p="http://schemas.openxmlformats.org/presentationml/2006/main">
  <p:tag name="KSO_WM_FIGMA_DECORATION_INDEX" val="18_contentModel"/>
  <p:tag name="$PH_EXT" val="2"/>
  <p:tag name="KSO_WM_BEAUTIFY_FLAG" val="#fgm#"/>
  <p:tag name="KSO_WM_FIGMA_FLAG" val="#fgm#"/>
  <p:tag name="KSO_WM_SHAPE_BGTYPE" val="dk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"/>
  <p:tag name="KSO_WM_UNIT_TYPE" val="l_i"/>
  <p:tag name="KSO_WM_UNIT_PRESET_TEXT" val=" "/>
</p:tagLst>
</file>

<file path=ppt/tags/tag6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6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正文"/>
</p:tagLst>
</file>

<file path=ppt/tags/tag608.xml><?xml version="1.0" encoding="utf-8"?>
<p:tagLst xmlns:p="http://schemas.openxmlformats.org/presentationml/2006/main">
  <p:tag name="KSO_WM_SLIDE_CONTENT_ORIENTATION" val=""/>
  <p:tag name="KSO_WM_SLIDE_HAS_MASK" val="0"/>
  <p:tag name="KSO_WM_SLIDE_ITEM_CNT" val="1"/>
  <p:tag name="KSO_WM_SLIDE_TYPE" val="text"/>
  <p:tag name="KSO_WM_TEMPLATE_SUBCATEGORY" val="29"/>
  <p:tag name="KSO_WM_BEAUTIFY_FLAG" val="#wm#"/>
  <p:tag name="KSO_WM_TEMPLATE_FIGMA_ID" val="69796639677"/>
  <p:tag name="KSO_WM_TEMPLATE_SLIDE_ID" val="slide_03e21f5032d441c6"/>
</p:tagLst>
</file>

<file path=ppt/tags/tag609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13a9bdb63999a1c161e81253f6dd70c7e7ab88c2"/>
  <p:tag name="KSO_WM_NEWLAYOUT_ID" val="30"/>
  <p:tag name="KSO_WM_UNIT_ID" val="custom40490404_7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  <p:tag name="KSO_WM_UNIT_PRESET_TEXT" val="单击此处添加章节标题"/>
</p:tagLst>
</file>

<file path=ppt/tags/tag610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ID" val="custom40490404_7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  <p:tag name="KSO_WM_UNIT_PRESET_TEXT" val="01"/>
</p:tagLst>
</file>

<file path=ppt/tags/tag611.xml><?xml version="1.0" encoding="utf-8"?>
<p:tagLst xmlns:p="http://schemas.openxmlformats.org/presentationml/2006/main">
  <p:tag name="KSO_WM_BEAUTIFY_FLAG" val="#wm#"/>
  <p:tag name="KSO_WM_SLIDE_CONTENT_ORIENTATION" val="right"/>
  <p:tag name="KSO_WM_SLIDE_HAS_MASK" val="0"/>
  <p:tag name="KSO_WM_SLIDE_ID" val="custom40490404_7"/>
  <p:tag name="KSO_WM_SLIDE_INDEX" val="3"/>
  <p:tag name="KSO_WM_SLIDE_ITEM_CNT" val="0"/>
  <p:tag name="KSO_WM_SLIDE_LAYOUT" val="a_e"/>
  <p:tag name="KSO_WM_SLIDE_LAYOUT_CNT" val="1_1"/>
  <p:tag name="KSO_WM_SLIDE_TYPE" val="sectionTitle"/>
  <p:tag name="KSO_WM_TAG_VERSION" val="3.0"/>
  <p:tag name="KSO_WM_TEMPLATE_CATEGORY" val="custom"/>
  <p:tag name="KSO_WM_TEMPLATE_INDEX" val="40490404"/>
  <p:tag name="KSO_WM_TEMPLATE_MASTER_TYPE" val="0"/>
  <p:tag name="KSO_WM_TEMPLATE_SLIDE_ID" val="slide_d635315789958f2d"/>
  <p:tag name="KSO_WM_TEMPLATE_SUBCATEGORY" val="29"/>
</p:tagLst>
</file>

<file path=ppt/tags/tag61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d4b0d5b5c4d5112479355348961674b20617f08"/>
  <p:tag name="KSO_WM_NEWLAYOUT_GROUP_ID" val="layout_26"/>
  <p:tag name="KSO_WM_NEWLAYOUT_ID" val="slide_f735ce61ce8c34f7"/>
  <p:tag name="KSO_WM_UNIT_PRESET_TEXT" val="单击此处添加标题"/>
</p:tagLst>
</file>

<file path=ppt/tags/tag61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6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VCG41N1332350867&quot;,&quot;product_name&quot;:&quot;wps-wpp-pc&quot;,&quot;intention_code&quot;:&quot;wps_wpp_generate_doc_pay&quot;}*auto_gallery_ai_v2.2.0_ONLINE*3635386139633133643466306639643030636532333031383635363730336536-slide-22"/>
</p:tagLst>
</file>

<file path=ppt/tags/tag6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6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61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6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VCG41N1279548590&quot;,&quot;product_name&quot;:&quot;wps-wpp-pc&quot;,&quot;intention_code&quot;:&quot;wps_wpp_generate_doc_pay&quot;}*auto_gallery_ai_v2.2.0_ONLINE*3635386139633133643466306639643030636532333031383635363730336536-slide-22"/>
</p:tagLst>
</file>

<file path=ppt/tags/tag6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6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62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39677"/>
  <p:tag name="KSO_WM_TEMPLATE_SLIDE_ID" val="slide_f735ce61ce8c34f7"/>
</p:tagLst>
</file>

<file path=ppt/tags/tag62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fc6acc0347988479713d0b6a489b39a17b69681"/>
  <p:tag name="KSO_WM_NEWLAYOUT_GROUP_ID" val="layout_57"/>
  <p:tag name="KSO_WM_NEWLAYOUT_ID" val="slide_729c42b1199d7149"/>
  <p:tag name="KSO_WM_UNIT_PRESET_TEXT" val="单击此处添加标题"/>
</p:tagLst>
</file>

<file path=ppt/tags/tag623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6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http://zh-ai-group.ks3-cn-beijing-internal.ksyun.com/image_generate/image_process/production/202512/bd8b2073-c76b-4d41-9613-ee339c697bf2.jpg?Expires=1796206857\u0026AWSAccessKeyId=AKLT9NSy7kh8TIS1UzNqLRY2\u0026Signature=n4M%2BVKWIIKFf2wWWbGZuzsj8FVg%3D&quot;,&quot;product_name&quot;:&quot;wps-wpp-pc&quot;,&quot;intention_code&quot;:&quot;wps_wpp_generate_doc_pay&quot;}*auto_qingqiu_ai_v2.2.0_ONLINE*3635386139633133643466306639643030636532333031383635363730336536-slide-23"/>
</p:tagLst>
</file>

<file path=ppt/tags/tag6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6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627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6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http://zh-ai-group.ks3-cn-beijing-internal.ksyun.com/image_generate/image_process/production/202512/cabe6441-fa5c-43d8-a475-e4a22a513e06.jpg?Expires=1796206857\u0026AWSAccessKeyId=AKLT9NSy7kh8TIS1UzNqLRY2\u0026Signature=a2gNsMjMoVquRbB%2B29qSCsy5AG0%3D&quot;,&quot;product_name&quot;:&quot;wps-wpp-pc&quot;,&quot;intention_code&quot;:&quot;wps_wpp_generate_doc_pay&quot;}*auto_qingqiu_ai_v2.2.0_ONLINE*3635386139633133643466306639643030636532333031383635363730336536-slide-23"/>
</p:tagLst>
</file>

<file path=ppt/tags/tag6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6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63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39677"/>
  <p:tag name="KSO_WM_TEMPLATE_SLIDE_ID" val="slide_729c42b1199d7149"/>
</p:tagLst>
</file>

<file path=ppt/tags/tag63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e416ade4df469be012d8df3eb230a072ecadbff"/>
  <p:tag name="KSO_WM_NEWLAYOUT_GROUP_ID" val="layout_39"/>
  <p:tag name="KSO_WM_NEWLAYOUT_ID" val="slide_fc800c420fce2d4d"/>
  <p:tag name="KSO_WM_UNIT_PRESET_TEXT" val="单击此处添加标题"/>
</p:tagLst>
</file>

<file path=ppt/tags/tag63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634.xml><?xml version="1.0" encoding="utf-8"?>
<p:tagLst xmlns:p="http://schemas.openxmlformats.org/presentationml/2006/main">
  <p:tag name="KSO_WM_FIGMA_DECORATION_INDEX" val="1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6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6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63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638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6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6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64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39677"/>
  <p:tag name="KSO_WM_TEMPLATE_SLIDE_ID" val="slide_fc800c420fce2d4d"/>
</p:tagLst>
</file>

<file path=ppt/tags/tag64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788e7e9fc8242f4466ae17c2738155915bff276"/>
  <p:tag name="KSO_WM_NEWLAYOUT_GROUP_ID" val="layout_6"/>
  <p:tag name="KSO_WM_NEWLAYOUT_ID" val="slide_90919a0def1ff6d1"/>
  <p:tag name="KSO_WM_UNIT_PRESET_TEXT" val="单击此处添加标题"/>
</p:tagLst>
</file>

<file path=ppt/tags/tag64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VCG211358903575&quot;,&quot;product_name&quot;:&quot;wps-wpp-pc&quot;,&quot;intention_code&quot;:&quot;wps_wpp_generate_doc_pay&quot;}*auto_gallery_ai_v2.2.0_ONLINE*3635386139633133643466306639643030636532333031383635363730336536-slide-25"/>
</p:tagLst>
</file>

<file path=ppt/tags/tag64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6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6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64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6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6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650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39677"/>
  <p:tag name="KSO_WM_TEMPLATE_SLIDE_ID" val="slide_90919a0def1ff6d1"/>
</p:tagLst>
</file>

<file path=ppt/tags/tag651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13a9bdb63999a1c161e81253f6dd70c7e7ab88c2"/>
  <p:tag name="KSO_WM_NEWLAYOUT_ID" val="30"/>
  <p:tag name="KSO_WM_UNIT_ID" val="custom40490404_7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  <p:tag name="KSO_WM_UNIT_PRESET_TEXT" val="单击此处添加章节标题"/>
</p:tagLst>
</file>

<file path=ppt/tags/tag652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ID" val="custom40490404_7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  <p:tag name="KSO_WM_UNIT_PRESET_TEXT" val="01"/>
</p:tagLst>
</file>

<file path=ppt/tags/tag653.xml><?xml version="1.0" encoding="utf-8"?>
<p:tagLst xmlns:p="http://schemas.openxmlformats.org/presentationml/2006/main">
  <p:tag name="KSO_WM_BEAUTIFY_FLAG" val="#wm#"/>
  <p:tag name="KSO_WM_SLIDE_CONTENT_ORIENTATION" val="right"/>
  <p:tag name="KSO_WM_SLIDE_HAS_MASK" val="0"/>
  <p:tag name="KSO_WM_SLIDE_ID" val="custom40490404_7"/>
  <p:tag name="KSO_WM_SLIDE_INDEX" val="3"/>
  <p:tag name="KSO_WM_SLIDE_ITEM_CNT" val="0"/>
  <p:tag name="KSO_WM_SLIDE_LAYOUT" val="a_e"/>
  <p:tag name="KSO_WM_SLIDE_LAYOUT_CNT" val="1_1"/>
  <p:tag name="KSO_WM_SLIDE_TYPE" val="sectionTitle"/>
  <p:tag name="KSO_WM_TAG_VERSION" val="3.0"/>
  <p:tag name="KSO_WM_TEMPLATE_CATEGORY" val="custom"/>
  <p:tag name="KSO_WM_TEMPLATE_INDEX" val="40490404"/>
  <p:tag name="KSO_WM_TEMPLATE_MASTER_TYPE" val="0"/>
  <p:tag name="KSO_WM_TEMPLATE_SLIDE_ID" val="slide_d635315789958f2d"/>
  <p:tag name="KSO_WM_TEMPLATE_SUBCATEGORY" val="29"/>
</p:tagLst>
</file>

<file path=ppt/tags/tag65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ad0c17d00329a83cbedb30360d4c909cd2fc86f"/>
  <p:tag name="KSO_WM_NEWLAYOUT_GROUP_ID" val="layout_59"/>
  <p:tag name="KSO_WM_NEWLAYOUT_ID" val="slide_20c1f52a92422207"/>
  <p:tag name="KSO_WM_UNIT_PRESET_TEXT" val="单击此处添加标题"/>
</p:tagLst>
</file>

<file path=ppt/tags/tag65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http://zh-ai-group.ks3-cn-beijing-internal.ksyun.com/image_generate/image_process/production/202512/bb46e6a6-474c-4894-ac3b-00e6df3d4e57.jpg?Expires=1796206857\u0026AWSAccessKeyId=AKLT9NSy7kh8TIS1UzNqLRY2\u0026Signature=7Vyh3JtOOfLvWGPki4%2FayW5wn3c%3D&quot;,&quot;product_name&quot;:&quot;wps-wpp-pc&quot;,&quot;intention_code&quot;:&quot;wps_wpp_generate_doc_pay&quot;}*auto_qingqiu_ai_v2.2.0_ONLINE*3635386139633133643466306639643030636532333031383635363730336536-slide-27"/>
</p:tagLst>
</file>

<file path=ppt/tags/tag65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6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6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65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6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6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66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6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6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665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9677"/>
  <p:tag name="KSO_WM_TEMPLATE_SLIDE_ID" val="slide_20c1f52a92422207"/>
</p:tagLst>
</file>

<file path=ppt/tags/tag66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f2dcfa0580e416a5bd67d3cde81417337ebfc01"/>
  <p:tag name="KSO_WM_NEWLAYOUT_GROUP_ID" val="layout_30"/>
  <p:tag name="KSO_WM_NEWLAYOUT_ID" val="slide_a16b2b5fbc98ea23"/>
  <p:tag name="KSO_WM_UNIT_PRESET_TEXT" val="单击此处添加标题"/>
</p:tagLst>
</file>

<file path=ppt/tags/tag66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VCG211400344546&quot;,&quot;product_name&quot;:&quot;wps-wpp-pc&quot;,&quot;intention_code&quot;:&quot;wps_wpp_generate_doc_pay&quot;}*auto_gallery_ai_v2.2.0_ONLINE*3635386139633133643466306639643030636532333031383635363730336536-slide-28"/>
</p:tagLst>
</file>

<file path=ppt/tags/tag66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6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6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67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6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6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67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6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6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67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  <p:tag name="KSO_WM_UNIT_PRESET_TEXT" val=" "/>
</p:tagLst>
</file>

<file path=ppt/tags/tag6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</p:tagLst>
</file>

<file path=ppt/tags/tag6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680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39677"/>
  <p:tag name="KSO_WM_TEMPLATE_SLIDE_ID" val="slide_a16b2b5fbc98ea23"/>
</p:tagLst>
</file>

<file path=ppt/tags/tag681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13a9bdb63999a1c161e81253f6dd70c7e7ab88c2"/>
  <p:tag name="KSO_WM_NEWLAYOUT_ID" val="30"/>
  <p:tag name="KSO_WM_UNIT_ID" val="custom40490404_7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  <p:tag name="KSO_WM_UNIT_PRESET_TEXT" val="单击此处添加章节标题"/>
</p:tagLst>
</file>

<file path=ppt/tags/tag682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ID" val="custom40490404_7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  <p:tag name="KSO_WM_UNIT_PRESET_TEXT" val="01"/>
</p:tagLst>
</file>

<file path=ppt/tags/tag683.xml><?xml version="1.0" encoding="utf-8"?>
<p:tagLst xmlns:p="http://schemas.openxmlformats.org/presentationml/2006/main">
  <p:tag name="KSO_WM_BEAUTIFY_FLAG" val="#wm#"/>
  <p:tag name="KSO_WM_SLIDE_CONTENT_ORIENTATION" val="right"/>
  <p:tag name="KSO_WM_SLIDE_HAS_MASK" val="0"/>
  <p:tag name="KSO_WM_SLIDE_ID" val="custom40490404_7"/>
  <p:tag name="KSO_WM_SLIDE_INDEX" val="3"/>
  <p:tag name="KSO_WM_SLIDE_ITEM_CNT" val="0"/>
  <p:tag name="KSO_WM_SLIDE_LAYOUT" val="a_e"/>
  <p:tag name="KSO_WM_SLIDE_LAYOUT_CNT" val="1_1"/>
  <p:tag name="KSO_WM_SLIDE_TYPE" val="sectionTitle"/>
  <p:tag name="KSO_WM_TAG_VERSION" val="3.0"/>
  <p:tag name="KSO_WM_TEMPLATE_CATEGORY" val="custom"/>
  <p:tag name="KSO_WM_TEMPLATE_INDEX" val="40490404"/>
  <p:tag name="KSO_WM_TEMPLATE_MASTER_TYPE" val="0"/>
  <p:tag name="KSO_WM_TEMPLATE_SLIDE_ID" val="slide_d635315789958f2d"/>
  <p:tag name="KSO_WM_TEMPLATE_SUBCATEGORY" val="29"/>
</p:tagLst>
</file>

<file path=ppt/tags/tag68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93795c9d0f9b5800ee9b7317acc368cc37e0a8c"/>
  <p:tag name="KSO_WM_NEWLAYOUT_GROUP_ID" val="layout_49"/>
  <p:tag name="KSO_WM_NEWLAYOUT_ID" val="slide_0b87b9ac6d16dc7c"/>
  <p:tag name="KSO_WM_UNIT_PRESET_TEXT" val="单击此处添加标题"/>
</p:tagLst>
</file>

<file path=ppt/tags/tag685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6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  <p:tag name="KSO_WM_UNIT_PRESET_TEXT" val="01"/>
</p:tagLst>
</file>

<file path=ppt/tags/tag6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6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689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6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  <p:tag name="KSO_WM_UNIT_PRESET_TEXT" val="02"/>
</p:tagLst>
</file>

<file path=ppt/tags/tag6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6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693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6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  <p:tag name="KSO_WM_UNIT_PRESET_TEXT" val="03"/>
</p:tagLst>
</file>

<file path=ppt/tags/tag6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6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697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9677"/>
  <p:tag name="KSO_WM_TEMPLATE_SLIDE_ID" val="slide_0b87b9ac6d16dc7c"/>
</p:tagLst>
</file>

<file path=ppt/tags/tag69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357734f623556f4a00c11dfbe1a52691d59e0fb"/>
  <p:tag name="KSO_WM_NEWLAYOUT_GROUP_ID" val="layout_31"/>
  <p:tag name="KSO_WM_NEWLAYOUT_ID" val="slide_d233a04c91228a1b"/>
  <p:tag name="KSO_WM_UNIT_PRESET_TEXT" val="单击此处添加标题"/>
</p:tagLst>
</file>

<file path=ppt/tags/tag69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7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http://zh-ai-group.ks3-cn-beijing-internal.ksyun.com/image_generate/image_process/production/202512/73bf4714-4195-4ca1-a347-cf828a0717f4.jpg?Expires=1796206858\u0026AWSAccessKeyId=AKLT9NSy7kh8TIS1UzNqLRY2\u0026Signature=wY%2FQ%2FsfzZuXaxScQBP86najWI9E%3D&quot;,&quot;product_name&quot;:&quot;wps-wpp-pc&quot;,&quot;intention_code&quot;:&quot;wps_wpp_generate_doc_pay&quot;}*auto_qingqiu_ai_v2.2.0_ONLINE*3635386139633133643466306639643030636532333031383635363730336536-slide-31"/>
</p:tagLst>
</file>

<file path=ppt/tags/tag7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7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70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7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http://zh-ai-group.ks3-cn-beijing-internal.ksyun.com/image_generate/image_process/production/202512/d9f4eee1-af25-4353-9300-49436a4f6fdc.jpg?Expires=1796206857\u0026AWSAccessKeyId=AKLT9NSy7kh8TIS1UzNqLRY2\u0026Signature=pQtbJPncyAjluZC0ni8spIo%2BF3U%3D&quot;,&quot;product_name&quot;:&quot;wps-wpp-pc&quot;,&quot;intention_code&quot;:&quot;wps_wpp_generate_doc_pay&quot;}*auto_qingqiu_ai_v2.2.0_ONLINE*3635386139633133643466306639643030636532333031383635363730336536-slide-31"/>
</p:tagLst>
</file>

<file path=ppt/tags/tag7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7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70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7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id&quot;:&quot;http://zh-ai-group.ks3-cn-beijing-internal.ksyun.com/image_generate/image_process/production/v3/202512/22eb5f2d-609e-4376-a35e-04888f8dc05a.jpg?Expires=1796206859\u0026AWSAccessKeyId=AKLT9NSy7kh8TIS1UzNqLRY2\u0026Signature=%2Fmf0g7f4yMH83WuNgBzm8Nci5MA%3D&quot;,&quot;product_name&quot;:&quot;wps-wpp-pc&quot;,&quot;intention_code&quot;:&quot;wps_wpp_generate_doc_pay&quot;}*auto_qingqiu_ai_v2.2.0_ONLINE*3635386139633133643466306639643030636532333031383635363730336536-slide-31"/>
</p:tagLst>
</file>

<file path=ppt/tags/tag7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7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711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9677"/>
  <p:tag name="KSO_WM_TEMPLATE_SLIDE_ID" val="slide_d233a04c91228a1b"/>
</p:tagLst>
</file>

<file path=ppt/tags/tag71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05ebfcb83a1db08fde6560e0e56074bd2ce0083"/>
  <p:tag name="KSO_WM_NEWLAYOUT_GROUP_ID" val="layout_10008"/>
  <p:tag name="KSO_WM_NEWLAYOUT_ID" val="slide_0ec4738fd65f55b2"/>
  <p:tag name="KSO_WM_UNIT_PRESET_TEXT" val="单击此处添加标题"/>
</p:tagLst>
</file>

<file path=ppt/tags/tag713.xml><?xml version="1.0" encoding="utf-8"?>
<p:tagLst xmlns:p="http://schemas.openxmlformats.org/presentationml/2006/main">
  <p:tag name="KSO_WM_FIGMA_DECORATION_INDEX" val="1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7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7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716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7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7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719.xml><?xml version="1.0" encoding="utf-8"?>
<p:tagLst xmlns:p="http://schemas.openxmlformats.org/presentationml/2006/main">
  <p:tag name="KSO_WM_FIGMA_DECORATION_INDEX" val="3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7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7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722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9677"/>
  <p:tag name="KSO_WM_TEMPLATE_SLIDE_ID" val="slide_0ec4738fd65f55b2"/>
</p:tagLst>
</file>

<file path=ppt/tags/tag723.xml><?xml version="1.0" encoding="utf-8"?>
<p:tagLst xmlns:p="http://schemas.openxmlformats.org/presentationml/2006/main">
  <p:tag name="KSO_WM_UNIT_TYPE" val="b"/>
  <p:tag name="KSO_WM_BEAUTIFY_FLAG" val="#wm#"/>
  <p:tag name="KSO_WM_FIGMA_FLAG" val="#fgm#"/>
  <p:tag name="KSO_WM_UNIT_INDEX" val="1"/>
  <p:tag name="KSO_WM_UNIT_TEXT_TYPE" val="1"/>
  <p:tag name="KSO_WM_UNIT_ID" val="custom40490404_9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  <p:tag name="KSO_WM_UNIT_PRESET_TEXT" val="THE END"/>
</p:tagLst>
</file>

<file path=ppt/tags/tag724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2578886ce33a6ee7b30a958474a66d6d9eb6a3e8"/>
  <p:tag name="KSO_WM_NEWLAYOUT_ID" val="34"/>
  <p:tag name="KSO_WM_UNIT_ID" val="custom40490404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04"/>
  <p:tag name="KSO_WM_TEMPLATE_CATEGORY" val="custom"/>
  <p:tag name="KSO_WM_UNIT_PRESET_TEXT" val="谢谢观看"/>
</p:tagLst>
</file>

<file path=ppt/tags/tag725.xml><?xml version="1.0" encoding="utf-8"?>
<p:tagLst xmlns:p="http://schemas.openxmlformats.org/presentationml/2006/main">
  <p:tag name="KSO_WM_BEAUTIFY_FLAG" val="#wm#"/>
  <p:tag name="KSO_WM_SLIDE_CONTENT_ORIENTATION" val="left"/>
  <p:tag name="KSO_WM_SLIDE_HAS_MASK" val="0"/>
  <p:tag name="KSO_WM_SLIDE_ID" val="custom40490404_9"/>
  <p:tag name="KSO_WM_SLIDE_INDEX" val="5"/>
  <p:tag name="KSO_WM_SLIDE_ITEM_CNT" val="0"/>
  <p:tag name="KSO_WM_SLIDE_LAYOUT" val="a_b"/>
  <p:tag name="KSO_WM_SLIDE_LAYOUT_CNT" val="1_1"/>
  <p:tag name="KSO_WM_SLIDE_TYPE" val="endPage"/>
  <p:tag name="KSO_WM_TAG_VERSION" val="3.0"/>
  <p:tag name="KSO_WM_TEMPLATE_CATEGORY" val="custom"/>
  <p:tag name="KSO_WM_TEMPLATE_INDEX" val="40490404"/>
  <p:tag name="KSO_WM_TEMPLATE_MASTER_TYPE" val="0"/>
  <p:tag name="KSO_WM_TEMPLATE_SLIDE_ID" val="slide_06be46c9219ad451"/>
  <p:tag name="KSO_WM_TEMPLATE_SUBCATEGORY" val="29"/>
</p:tagLst>
</file>

<file path=ppt/tags/tag726.xml><?xml version="1.0" encoding="utf-8"?>
<p:tagLst xmlns:p="http://schemas.openxmlformats.org/presentationml/2006/main">
  <p:tag name="COMMONDATA" val="eyJoZGlkIjoiZjJlZWIxMjU5MGQ4MjJiMzk2NDFmNmE4ZTlhMTI3NmMifQ=="/>
</p:tagLst>
</file>

<file path=ppt/theme/theme1.xml><?xml version="1.0" encoding="utf-8"?>
<a:theme xmlns:a="http://schemas.openxmlformats.org/drawingml/2006/main" name="Office 主题​​">
  <a:themeElements>
    <a:clrScheme name="自定义 215">
      <a:dk1>
        <a:srgbClr val="333333"/>
      </a:dk1>
      <a:lt1>
        <a:srgbClr val="FFFFFF"/>
      </a:lt1>
      <a:dk2>
        <a:srgbClr val="000000"/>
      </a:dk2>
      <a:lt2>
        <a:srgbClr val="F7F8F6"/>
      </a:lt2>
      <a:accent1>
        <a:srgbClr val="B7A287"/>
      </a:accent1>
      <a:accent2>
        <a:srgbClr val="E9D469"/>
      </a:accent2>
      <a:accent3>
        <a:srgbClr val="E5C6B5"/>
      </a:accent3>
      <a:accent4>
        <a:srgbClr val="D59583"/>
      </a:accent4>
      <a:accent5>
        <a:srgbClr val="C0C19B"/>
      </a:accent5>
      <a:accent6>
        <a:srgbClr val="306376"/>
      </a:accent6>
      <a:hlink>
        <a:srgbClr val="0026E5"/>
      </a:hlink>
      <a:folHlink>
        <a:srgbClr val="7E1FAD"/>
      </a:folHlink>
    </a:clrScheme>
    <a:fontScheme name="02-微软雅黑唯一标准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6229</Words>
  <Application>WPS Office WWO_wpscloud_20251119194033-e37bccecd3</Application>
  <PresentationFormat>宽屏</PresentationFormat>
  <Paragraphs>438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32</vt:i4>
      </vt:variant>
    </vt:vector>
  </HeadingPairs>
  <TitlesOfParts>
    <vt:vector size="41" baseType="lpstr">
      <vt:lpstr>Arial</vt:lpstr>
      <vt:lpstr>宋体</vt:lpstr>
      <vt:lpstr>Wingdings</vt:lpstr>
      <vt:lpstr>微软雅黑</vt:lpstr>
      <vt:lpstr>汉仪旗黑KW 55S</vt:lpstr>
      <vt:lpstr>汉仪书宋二KW</vt:lpstr>
      <vt:lpstr>Kingsoft Confetti</vt:lpstr>
      <vt:lpstr>Office 主题​​</vt:lpstr>
      <vt:lpstr>Office 主题</vt:lpstr>
      <vt:lpstr>PowerPoint 演示文稿</vt:lpstr>
      <vt:lpstr>PowerPoint 演示文稿</vt:lpstr>
      <vt:lpstr>静态智能体的局限性</vt:lpstr>
      <vt:lpstr>现有研究的基准证据</vt:lpstr>
      <vt:lpstr>PowerPoint 演示文稿</vt:lpstr>
      <vt:lpstr>四大创新组件概述</vt:lpstr>
      <vt:lpstr>PowerPoint 演示文稿</vt:lpstr>
      <vt:lpstr>整体架构与数据流程</vt:lpstr>
      <vt:lpstr>PowerPoint 演示文稿</vt:lpstr>
      <vt:lpstr>流式重要性评分器（SSIS）</vt:lpstr>
      <vt:lpstr>反射记忆存储：长期智能体记忆</vt:lpstr>
      <vt:lpstr>自适应执行器：验证与重规划循环</vt:lpstr>
      <vt:lpstr>协作专家与任务路由器</vt:lpstr>
      <vt:lpstr>流式训练器：持续学习堆栈</vt:lpstr>
      <vt:lpstr>PowerPoint 演示文稿</vt:lpstr>
      <vt:lpstr>评估场景设计</vt:lpstr>
      <vt:lpstr>模型、硬件与基线设置</vt:lpstr>
      <vt:lpstr>评估指标定义</vt:lpstr>
      <vt:lpstr>评估指标定义</vt:lpstr>
      <vt:lpstr>PowerPoint 演示文稿</vt:lpstr>
      <vt:lpstr>学习效率提升结果</vt:lpstr>
      <vt:lpstr>经验保留消融实验</vt:lpstr>
      <vt:lpstr>持续学习性能分析</vt:lpstr>
      <vt:lpstr>RL微调的性能增益</vt:lpstr>
      <vt:lpstr>PowerPoint 演示文稿</vt:lpstr>
      <vt:lpstr>系统局限性分析</vt:lpstr>
      <vt:lpstr>未来技术优化方向</vt:lpstr>
      <vt:lpstr>PowerPoint 演示文稿</vt:lpstr>
      <vt:lpstr>隐私与伦理保障措施</vt:lpstr>
      <vt:lpstr>开源基准与社区贡献</vt:lpstr>
      <vt:lpstr>项目时间线与合作邀请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SIAS: Self-Improving Agentic Systems with Reflective Memory and Streaming Adaptation</dc:title>
  <dc:creator/>
  <cp:lastModifiedBy/>
  <dcterms:created xsi:type="dcterms:W3CDTF">2025-12-03T07:16:23Z</dcterms:created>
  <dcterms:modified xsi:type="dcterms:W3CDTF">2025-12-03T07:16:23Z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2052-12.9.0.24013</vt:lpwstr>
  </property>
  <property fmtid="{D5CDD505-2E9C-101B-9397-08002B2CF9AE}" pid="3" name="ICV">
    <vt:lpwstr>B75C98F4C40948689CB49D1002CA5FAC</vt:lpwstr>
  </property>
  <property fmtid="{D5CDD505-2E9C-101B-9397-08002B2CF9AE}" pid="4" name="KSOTemplateUUID">
    <vt:lpwstr>v1.0_ai_69796627487</vt:lpwstr>
  </property>
</Properties>
</file>