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</a:rPr>
              <a:t>SIAS: Streaming Importance-Aware Selection for Continual Agent Tool Use</a:t>
            </a:r>
          </a:p>
          <a:p>
            <a:r>
              <a:rPr sz="1800">
                <a:solidFill>
                  <a:srgbClr val="1284C6"/>
                </a:solidFill>
              </a:rPr>
              <a:t>根据当前代码库重构的论文版汇报 | 聚焦 agent tool 调用持续学习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831"/>
                </a:solidFill>
              </a:defRPr>
            </a:pPr>
            <a:r>
              <a:t>当前实现不再是早期“多专家 + 反射记忆”的概念原型，而是一个可运行的 L3 算法库。</a:t>
            </a:r>
          </a:p>
          <a:p>
            <a:pPr>
              <a:defRPr sz="1800">
                <a:solidFill>
                  <a:srgbClr val="222831"/>
                </a:solidFill>
              </a:defRPr>
            </a:pPr>
            <a:r>
              <a:t>核心能力已经落地为：adaptive replay、streaming coreset、unified importance scorer、benchmark contract。</a:t>
            </a:r>
          </a:p>
          <a:p>
            <a:pPr>
              <a:defRPr sz="1800">
                <a:solidFill>
                  <a:srgbClr val="222831"/>
                </a:solidFill>
              </a:defRPr>
            </a:pPr>
            <a:r>
              <a:t>论文主评测固定为 BFCL，真实环境评测固定为 AgentBench FC。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3291840" cy="548640"/>
          </a:xfrm>
          <a:prstGeom prst="round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Code-Aligned Research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为什么必须重做这版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原始 PPT 与当前代码状态已经明显错位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831"/>
                </a:solidFill>
              </a:defRPr>
            </a:pPr>
            <a:r>
              <a:t>早期版本强调 reflective memory、多专家协作、PPO/DPO 微调和自反式 agent system；这些内容并未形成当前仓库的主实现。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当前代码真正完成的是一个可运行的 continual tool-use 算法栈：adaptive replay、streaming coreset、unified scoring、benchmark contract、real-dataset experiment framework。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因此论文汇报必须从“系统概念展示”切换为“算法贡献 + 真实 benchmark 实验设计”。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方法总览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当前代码中已经可运行的 SIAS 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40280"/>
            <a:ext cx="1828800" cy="1234440"/>
          </a:xfrm>
          <a:prstGeom prst="roundRect">
            <a:avLst/>
          </a:prstGeom>
          <a:solidFill>
            <a:srgbClr val="E8F0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365D"/>
                </a:solidFill>
              </a:rPr>
              <a:t>Input Stream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agent trajectory / function-call sample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2514600" y="2578608"/>
            <a:ext cx="411480" cy="502920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79" y="2240280"/>
            <a:ext cx="2194560" cy="1234440"/>
          </a:xfrm>
          <a:prstGeom prst="roundRect">
            <a:avLst/>
          </a:prstGeom>
          <a:solidFill>
            <a:srgbClr val="E7F6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365D"/>
                </a:solidFill>
              </a:rPr>
              <a:t>Adaptive Learner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drift_score / forgetting_score / adaptive_replay_ratio</a:t>
            </a:r>
          </a:p>
        </p:txBody>
      </p:sp>
      <p:sp>
        <p:nvSpPr>
          <p:cNvPr id="7" name="Chevron 6"/>
          <p:cNvSpPr/>
          <p:nvPr/>
        </p:nvSpPr>
        <p:spPr>
          <a:xfrm>
            <a:off x="5212079" y="2578608"/>
            <a:ext cx="411480" cy="502920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0" y="2240280"/>
            <a:ext cx="2011680" cy="1234440"/>
          </a:xfrm>
          <a:prstGeom prst="roundRect">
            <a:avLst/>
          </a:prstGeom>
          <a:solidFill>
            <a:srgbClr val="E8F0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365D"/>
                </a:solidFill>
              </a:rPr>
              <a:t>Streaming Selector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short-term + long-term pools</a:t>
            </a:r>
          </a:p>
        </p:txBody>
      </p:sp>
      <p:sp>
        <p:nvSpPr>
          <p:cNvPr id="9" name="Chevron 8"/>
          <p:cNvSpPr/>
          <p:nvPr/>
        </p:nvSpPr>
        <p:spPr>
          <a:xfrm>
            <a:off x="7726680" y="2578608"/>
            <a:ext cx="411480" cy="502920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2240280"/>
            <a:ext cx="1828800" cy="1234440"/>
          </a:xfrm>
          <a:prstGeom prst="roundRect">
            <a:avLst/>
          </a:prstGeom>
          <a:solidFill>
            <a:srgbClr val="E7F6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365D"/>
                </a:solidFill>
              </a:rPr>
              <a:t>Unified Scorer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loss + diversity + novelty</a:t>
            </a:r>
          </a:p>
        </p:txBody>
      </p:sp>
      <p:sp>
        <p:nvSpPr>
          <p:cNvPr id="11" name="Chevron 10"/>
          <p:cNvSpPr/>
          <p:nvPr/>
        </p:nvSpPr>
        <p:spPr>
          <a:xfrm>
            <a:off x="10058400" y="2578608"/>
            <a:ext cx="411480" cy="502920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69880" y="2240280"/>
            <a:ext cx="2011680" cy="1234440"/>
          </a:xfrm>
          <a:prstGeom prst="roundRect">
            <a:avLst/>
          </a:prstGeom>
          <a:solidFill>
            <a:srgbClr val="E8F0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365D"/>
                </a:solidFill>
              </a:rPr>
              <a:t>Benchmark Contract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sias-benchmark-v1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当前 SIAS 代码库的核心贡献已经从“概念性 agent system”收敛为“面向 continual tool use 的算法层”。</a:t>
            </a:r>
          </a:p>
          <a:p>
            <a:pPr>
              <a:spcAft>
                <a:spcPts val="800"/>
              </a:spcAft>
              <a:defRPr sz="1800">
                <a:solidFill>
                  <a:srgbClr val="222831"/>
                </a:solidFill>
              </a:defRPr>
            </a:pPr>
            <a:r>
              <a:t>重点模块全部已经落地到 `src/sage_sias/`：`continual_learner.py`、`coreset_selector.py`、`importance_scorer.py`、`contract.py`。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核心模块 A：Adaptive Continual 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对应 issue #5 / #11 已落地代码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7548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已实现能力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漂移/遗忘信号：`drift_score`、`forgetting_score`。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动态重放：`adaptive_replay_ratio` 根据漂移和遗忘强度自动调整。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策略切换：`loss_topk` / `diversity` / `hybrid` 规则式切换。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可复现 trace：输出 `metrics.jsonl`、`summary.csv`、`config.snapshot.yaml`。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4754880"/>
          </a:xfrm>
          <a:prstGeom prst="roundRect">
            <a:avLst/>
          </a:prstGeom>
          <a:solidFill>
            <a:srgbClr val="ECF7FB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论文价值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把 continual learning 从静态固定 replay 推进到 drift-aware replay。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支持真实 tool-use 序列中的在线适应，而不是单轮离线选择。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为 forgetting / sample efficiency / runtime 分析提供直接可观测日志。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核心模块 B：Streaming Coreset + Unified Scorer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对应 issue #6 / #7 已落地代码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7548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已实现能力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Streaming selector 支持 `update_stream()`。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短期 / 长期候选池与 reservoir-style 替换逻辑。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统一评分器融合 `loss + diversity + novelty`。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输出 `importance_score` 和 `importance_breakdown`，便于解释与调试。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4754880"/>
          </a:xfrm>
          <a:prstGeom prst="roundRect">
            <a:avLst/>
          </a:prstGeom>
          <a:solidFill>
            <a:srgbClr val="ECF7FB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论文价值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解决 agent tool 调用场景下长期数据流的样本保留问题。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比纯随机 replay 或仅基于 loss 的保留策略更可解释、更高效。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为“为什么这些轨迹被保留/重放”提供结构化证据。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代码与论文贡献映射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从 issue 完成状态映射到论文贡献点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10312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417320"/>
            <a:ext cx="3749039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当前实现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417320"/>
            <a:ext cx="448056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论文意义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47672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Adaptive Replay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947672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漂移检测、forgetting 检测、动态 replay_ratio、trace 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947672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核心方法贡献：减少遗忘、提升样本效率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Streaming Coreset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77063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增量选择、短/长期池、基准脚本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77063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效率贡献：降低全量重算开销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93591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Unified Scorer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593591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loss/diversity/novelty 融合 + breakdown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93591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解释性贡献：统一 buffer 与 coreset 决策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Contract /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41655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v1 schema、adapter、integration helper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41655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工程贡献：可复现 benchmark 和上层集成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9512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Real Dataset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239512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BFCL / AgentBench FC 适配与 manifest 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239512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实验贡献：接真实 benchmark 的桥梁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主评测与真实环境评测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根据你刚刚确定的投稿配置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7548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主评测：BFCL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定位：function calling / agentic evaluation 主 benchmark。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优势：覆盖 serial、parallel、stateful multi-step setting。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在我们的框架里：按 `test_category/domain` 构造成 continual phases。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主指标：tool-call success、pass rate、forgetting、forward/backward transfer。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4754880"/>
          </a:xfrm>
          <a:prstGeom prst="roundRect">
            <a:avLst/>
          </a:prstGeom>
          <a:solidFill>
            <a:srgbClr val="ECF7FB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真实环境：AgentBench 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定位：真实 function-calling environment benchmark。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环境：OS、DB、KG、ALFWorld、WebShop 等多任务场景。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在我们的框架里：按 environment/task 构造成长期 skill stream。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主指标：task completion、环境成功率、旧技能保持、新环境迁移能力。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Baseline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围绕 continual agent tool use 的两轴对照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10312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417320"/>
            <a:ext cx="3749039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当前实现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417320"/>
            <a:ext cx="448056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论文意义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47672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Tool-use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947672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BFCL / AgentBench FC 原生 function-calling 评测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947672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证明方法在真实工具调用 benchmark 上有效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Sequential 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77063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不使用 replay / memory / regularization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77063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最基本下界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93591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Joint Oracle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593591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所有阶段混合训练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93591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经验上界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Fixed Replay / 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41655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固定 replay ratio 或标准经验回放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41655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直接对照 adaptive replay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9512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EWC / MIR / DER++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239512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传统 continual learning 强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239512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满足顶会 reviewer 对 CL 对照的预期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6247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606247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adaptive replay + streaming coreset + unified scorer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606247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论文主方法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真实数据实验框架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当前代码已经可以把 BFCL / AgentBench FC 转成 continual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7548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已落地代码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`src/sage_sias/experiment_framework.py`：数据适配、phase 构造、manifest 生成。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`scripts/run_real_dataset_experiment.py`：统一命令行入口。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支持方法：`sequential_ft`、`fixed_replay`、`sias`、`joint_oracle`。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自动输出：每 phase 的 train/eval JSONL、`manifest_index.csv`、`README.generated.md`。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4754880"/>
          </a:xfrm>
          <a:prstGeom prst="roundRect">
            <a:avLst/>
          </a:prstGeom>
          <a:solidFill>
            <a:srgbClr val="ECF7FB"/>
          </a:solidFill>
          <a:ln w="1524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下一步只差真实数据接入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把真实 BFCL JSON/JSONL 样例字段对齐到适配器。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把真实 AgentBench FC trajectory/log 对齐到 environment adapter。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补 ER / EWC / MIR / DER++ runner。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补论文表格与图表导出脚本。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当前仓库已完成的实验能力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不是空白设计，而是已经有可执行骨架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10312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417320"/>
            <a:ext cx="3749039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当前实现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417320"/>
            <a:ext cx="448056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论文意义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47672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Ablation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947672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`run_tooluse_ablation.py` 生成 markdown/csv 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947672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支持无 replay / 固定 replay / 动态 replay / batch vs streaming coreset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Streaming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77063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`benchmark_streaming_selector.py`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77063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支持 batch recompute vs streaming selector 开销对比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93591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Contract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593591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`test_issue10_benchmark_contract.py`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593591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保障 schema 稳定性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210312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Integration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416552"/>
            <a:ext cx="3749039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`test_issue9_integration_contract.py`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416552"/>
            <a:ext cx="4480560" cy="822960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验证上层调用链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9512"/>
            <a:ext cx="210312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Real Dataset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239512"/>
            <a:ext cx="3749039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`test_experiment_framework_real_datasets.py`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239512"/>
            <a:ext cx="4480560" cy="822960"/>
          </a:xfrm>
          <a:prstGeom prst="rect">
            <a:avLst/>
          </a:prstGeom>
          <a:solidFill>
            <a:srgbClr val="F1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验证 BFCL / AgentBench FC manifest 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论文主张应该如何表述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把叙事从“系统愿景”收敛为“算法贡献 + benchmark 证据”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831"/>
                </a:solidFill>
              </a:defRPr>
            </a:pPr>
            <a:r>
              <a:t>问题：agent tool 调用在长序列任务中会遗忘旧工具使用模式，且面对新工具/新环境时容易产生适应与保持的冲突。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方法：SIAS 通过 adaptive replay、streaming coreset、unified importance scoring，在持续工具调用场景中保留关键经验并减少无效重放。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证据：在 BFCL 与 AgentBench FC 上，相比 Sequential FT、ER、EWC、MIR/DER++，实现更低 forgetting、更高 task success、更好的 sample efficiency。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当前结论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这版代码已经足够支撑论文方法章节与实验设计章节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831"/>
                </a:solidFill>
              </a:defRPr>
            </a:pPr>
            <a:r>
              <a:t>方法章节：已经有明确模块边界、主算法路径、输入输出契约和解释字段。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实验章节：已经锁定 BFCL + AgentBench FC，并完成真实数据实验框架骨架。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剩余最大工作量不在算法，而在真实数据清洗、baseline runner 补齐和正式图表产出。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投稿导向下一步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当前代码已具备论文主线，接下来要补齐真实评测与正式 baseline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44752"/>
            <a:ext cx="548640" cy="548640"/>
          </a:xfrm>
          <a:prstGeom prst="ellipse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1417320"/>
            <a:ext cx="9692640" cy="658368"/>
          </a:xfrm>
          <a:prstGeom prst="roundRect">
            <a:avLst/>
          </a:prstGeom>
          <a:solidFill>
            <a:srgbClr val="EDF3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365D"/>
                </a:solidFill>
              </a:rPr>
              <a:t>Step 1 | 接入真实 BFCL 数据</a:t>
            </a:r>
          </a:p>
          <a:p>
            <a:r>
              <a:rPr sz="1200">
                <a:solidFill>
                  <a:srgbClr val="222831"/>
                </a:solidFill>
              </a:rPr>
              <a:t>按 `test_category/domain` 构造 continual phases，生成训练/评测 manifest。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96312"/>
            <a:ext cx="548640" cy="548640"/>
          </a:xfrm>
          <a:prstGeom prst="ellipse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468880"/>
            <a:ext cx="9692640" cy="658368"/>
          </a:xfrm>
          <a:prstGeom prst="roundRect">
            <a:avLst/>
          </a:prstGeom>
          <a:solidFill>
            <a:srgbClr val="EDF3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365D"/>
                </a:solidFill>
              </a:rPr>
              <a:t>Step 2 | 接入 AgentBench FC</a:t>
            </a:r>
          </a:p>
          <a:p>
            <a:r>
              <a:rPr sz="1200">
                <a:solidFill>
                  <a:srgbClr val="222831"/>
                </a:solidFill>
              </a:rPr>
              <a:t>按 environment/task 构造长期任务流，验证真实环境中的遗忘与迁移。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547872"/>
            <a:ext cx="548640" cy="54864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520440"/>
            <a:ext cx="9692640" cy="658368"/>
          </a:xfrm>
          <a:prstGeom prst="roundRect">
            <a:avLst/>
          </a:prstGeom>
          <a:solidFill>
            <a:srgbClr val="EDF3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365D"/>
                </a:solidFill>
              </a:rPr>
              <a:t>Step 3 | 补传统 CL baseline</a:t>
            </a:r>
          </a:p>
          <a:p>
            <a:r>
              <a:rPr sz="1200">
                <a:solidFill>
                  <a:srgbClr val="222831"/>
                </a:solidFill>
              </a:rPr>
              <a:t>增加 ER、EWC、MIR/DER++ runner，满足 reviewer 对 continual learning 对照的要求。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599432"/>
            <a:ext cx="548640" cy="54864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4572000"/>
            <a:ext cx="9692640" cy="658368"/>
          </a:xfrm>
          <a:prstGeom prst="roundRect">
            <a:avLst/>
          </a:prstGeom>
          <a:solidFill>
            <a:srgbClr val="EDF3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365D"/>
                </a:solidFill>
              </a:rPr>
              <a:t>Step 4 | 产出论文图表</a:t>
            </a:r>
          </a:p>
          <a:p>
            <a:r>
              <a:rPr sz="1200">
                <a:solidFill>
                  <a:srgbClr val="222831"/>
                </a:solidFill>
              </a:rPr>
              <a:t>success / forgetting / BWT / FWT / runtime / memory 六类核心图表统一导出。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69280"/>
            <a:ext cx="4389120" cy="50292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Current status: algorithm code ready, benchmark integration 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365D"/>
                </a:solidFill>
              </a:rPr>
              <a:t>结束页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831"/>
                </a:solidFill>
              </a:defRPr>
            </a:pPr>
            <a:r>
              <a:t>SIAS 当前已经从概念原型转为可运行的 continual agent tool-use 算法库。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</a:defRPr>
            </a:pPr>
            <a:r>
              <a:t>接下来以 BFCL + AgentBench FC 为核心，补齐真实 benchmark 与传统 continual baseline，即可进入顶会投稿打磨阶段。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